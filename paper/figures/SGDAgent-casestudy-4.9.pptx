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21674138" cy="215995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D2E6"/>
    <a:srgbClr val="F6ECEF"/>
    <a:srgbClr val="D0CCE0"/>
    <a:srgbClr val="E8CFE1"/>
    <a:srgbClr val="F9EFF3"/>
    <a:srgbClr val="E3BFD9"/>
    <a:srgbClr val="ADA5CE"/>
    <a:srgbClr val="FBEBF1"/>
    <a:srgbClr val="8EC7D8"/>
    <a:srgbClr val="DCE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414" autoAdjust="0"/>
    <p:restoredTop sz="94321" autoAdjust="0"/>
  </p:normalViewPr>
  <p:slideViewPr>
    <p:cSldViewPr snapToGrid="0">
      <p:cViewPr varScale="1">
        <p:scale>
          <a:sx n="24" d="100"/>
          <a:sy n="24" d="100"/>
        </p:scale>
        <p:origin x="1637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8F034D-82F0-4B8D-8BA1-902F24AE75F7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881188" y="1143000"/>
            <a:ext cx="30956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A02D16-0C41-45FC-AAC3-1583351D51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09267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02D16-0C41-45FC-AAC3-1583351D510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46135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59DA8-E572-D35E-30CE-1D93BD99A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9D7B4F3-6EA4-A7BA-EE7A-23CC00DF43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75D8364-23AF-C24C-EDF8-BE968DFD4C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CCBFABA-7795-B761-6F51-404CA5E2A0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02D16-0C41-45FC-AAC3-1583351D5105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768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55D9E-735F-A734-97FB-DDADCDEDC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BC27299-49D6-EEAD-A26F-E6C826C4FE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0E6EE6A-8FBD-6DB5-CF83-A9D6A52D9F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B857C0E-E969-E2B5-394F-32565C1E20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02D16-0C41-45FC-AAC3-1583351D510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43402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234A6-7B85-6F01-1F41-0042988E8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784A528-37F2-EC4C-31FF-7D7A2BA6DF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F9A5891-A83E-1153-2505-E3466498C0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D986E62-DCF5-2D88-BC75-88895FE075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02D16-0C41-45FC-AAC3-1583351D510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08800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561" y="3534924"/>
            <a:ext cx="18423017" cy="7519835"/>
          </a:xfrm>
        </p:spPr>
        <p:txBody>
          <a:bodyPr anchor="b"/>
          <a:lstStyle>
            <a:lvl1pPr algn="ctr">
              <a:defRPr sz="14222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09267" y="11344752"/>
            <a:ext cx="16255604" cy="5214884"/>
          </a:xfrm>
        </p:spPr>
        <p:txBody>
          <a:bodyPr/>
          <a:lstStyle>
            <a:lvl1pPr marL="0" indent="0" algn="ctr">
              <a:buNone/>
              <a:defRPr sz="5689"/>
            </a:lvl1pPr>
            <a:lvl2pPr marL="1083701" indent="0" algn="ctr">
              <a:buNone/>
              <a:defRPr sz="4741"/>
            </a:lvl2pPr>
            <a:lvl3pPr marL="2167402" indent="0" algn="ctr">
              <a:buNone/>
              <a:defRPr sz="4267"/>
            </a:lvl3pPr>
            <a:lvl4pPr marL="3251103" indent="0" algn="ctr">
              <a:buNone/>
              <a:defRPr sz="3792"/>
            </a:lvl4pPr>
            <a:lvl5pPr marL="4334805" indent="0" algn="ctr">
              <a:buNone/>
              <a:defRPr sz="3792"/>
            </a:lvl5pPr>
            <a:lvl6pPr marL="5418506" indent="0" algn="ctr">
              <a:buNone/>
              <a:defRPr sz="3792"/>
            </a:lvl6pPr>
            <a:lvl7pPr marL="6502207" indent="0" algn="ctr">
              <a:buNone/>
              <a:defRPr sz="3792"/>
            </a:lvl7pPr>
            <a:lvl8pPr marL="7585908" indent="0" algn="ctr">
              <a:buNone/>
              <a:defRPr sz="3792"/>
            </a:lvl8pPr>
            <a:lvl9pPr marL="8669609" indent="0" algn="ctr">
              <a:buNone/>
              <a:defRPr sz="3792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84BF1-B202-4A5F-AFA0-E573F6C5BE95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04067-E321-4BE8-BC35-9269C26DDD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15024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84BF1-B202-4A5F-AFA0-E573F6C5BE95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04067-E321-4BE8-BC35-9269C26DDD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51457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8810" y="5384888"/>
            <a:ext cx="18693944" cy="8984801"/>
          </a:xfrm>
        </p:spPr>
        <p:txBody>
          <a:bodyPr anchor="b"/>
          <a:lstStyle>
            <a:lvl1pPr>
              <a:defRPr sz="14222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8810" y="14454688"/>
            <a:ext cx="18693944" cy="4724895"/>
          </a:xfrm>
        </p:spPr>
        <p:txBody>
          <a:bodyPr/>
          <a:lstStyle>
            <a:lvl1pPr marL="0" indent="0">
              <a:buNone/>
              <a:defRPr sz="5689">
                <a:solidFill>
                  <a:schemeClr val="tx1"/>
                </a:solidFill>
              </a:defRPr>
            </a:lvl1pPr>
            <a:lvl2pPr marL="1083701" indent="0">
              <a:buNone/>
              <a:defRPr sz="4741">
                <a:solidFill>
                  <a:schemeClr val="tx1">
                    <a:tint val="75000"/>
                  </a:schemeClr>
                </a:solidFill>
              </a:defRPr>
            </a:lvl2pPr>
            <a:lvl3pPr marL="2167402" indent="0">
              <a:buNone/>
              <a:defRPr sz="4267">
                <a:solidFill>
                  <a:schemeClr val="tx1">
                    <a:tint val="75000"/>
                  </a:schemeClr>
                </a:solidFill>
              </a:defRPr>
            </a:lvl3pPr>
            <a:lvl4pPr marL="3251103" indent="0">
              <a:buNone/>
              <a:defRPr sz="3792">
                <a:solidFill>
                  <a:schemeClr val="tx1">
                    <a:tint val="75000"/>
                  </a:schemeClr>
                </a:solidFill>
              </a:defRPr>
            </a:lvl4pPr>
            <a:lvl5pPr marL="4334805" indent="0">
              <a:buNone/>
              <a:defRPr sz="3792">
                <a:solidFill>
                  <a:schemeClr val="tx1">
                    <a:tint val="75000"/>
                  </a:schemeClr>
                </a:solidFill>
              </a:defRPr>
            </a:lvl5pPr>
            <a:lvl6pPr marL="5418506" indent="0">
              <a:buNone/>
              <a:defRPr sz="3792">
                <a:solidFill>
                  <a:schemeClr val="tx1">
                    <a:tint val="75000"/>
                  </a:schemeClr>
                </a:solidFill>
              </a:defRPr>
            </a:lvl6pPr>
            <a:lvl7pPr marL="6502207" indent="0">
              <a:buNone/>
              <a:defRPr sz="3792">
                <a:solidFill>
                  <a:schemeClr val="tx1">
                    <a:tint val="75000"/>
                  </a:schemeClr>
                </a:solidFill>
              </a:defRPr>
            </a:lvl7pPr>
            <a:lvl8pPr marL="7585908" indent="0">
              <a:buNone/>
              <a:defRPr sz="3792">
                <a:solidFill>
                  <a:schemeClr val="tx1">
                    <a:tint val="75000"/>
                  </a:schemeClr>
                </a:solidFill>
              </a:defRPr>
            </a:lvl8pPr>
            <a:lvl9pPr marL="8669609" indent="0">
              <a:buNone/>
              <a:defRPr sz="379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84BF1-B202-4A5F-AFA0-E573F6C5BE95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04067-E321-4BE8-BC35-9269C26DDD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76260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90097" y="5749874"/>
            <a:ext cx="9211509" cy="137047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532" y="5749874"/>
            <a:ext cx="9211509" cy="137047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84BF1-B202-4A5F-AFA0-E573F6C5BE95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04067-E321-4BE8-BC35-9269C26DDD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25645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2920" y="1149979"/>
            <a:ext cx="18693944" cy="417491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92922" y="5294885"/>
            <a:ext cx="9169175" cy="2594941"/>
          </a:xfrm>
        </p:spPr>
        <p:txBody>
          <a:bodyPr anchor="b"/>
          <a:lstStyle>
            <a:lvl1pPr marL="0" indent="0">
              <a:buNone/>
              <a:defRPr sz="5689" b="1"/>
            </a:lvl1pPr>
            <a:lvl2pPr marL="1083701" indent="0">
              <a:buNone/>
              <a:defRPr sz="4741" b="1"/>
            </a:lvl2pPr>
            <a:lvl3pPr marL="2167402" indent="0">
              <a:buNone/>
              <a:defRPr sz="4267" b="1"/>
            </a:lvl3pPr>
            <a:lvl4pPr marL="3251103" indent="0">
              <a:buNone/>
              <a:defRPr sz="3792" b="1"/>
            </a:lvl4pPr>
            <a:lvl5pPr marL="4334805" indent="0">
              <a:buNone/>
              <a:defRPr sz="3792" b="1"/>
            </a:lvl5pPr>
            <a:lvl6pPr marL="5418506" indent="0">
              <a:buNone/>
              <a:defRPr sz="3792" b="1"/>
            </a:lvl6pPr>
            <a:lvl7pPr marL="6502207" indent="0">
              <a:buNone/>
              <a:defRPr sz="3792" b="1"/>
            </a:lvl7pPr>
            <a:lvl8pPr marL="7585908" indent="0">
              <a:buNone/>
              <a:defRPr sz="3792" b="1"/>
            </a:lvl8pPr>
            <a:lvl9pPr marL="8669609" indent="0">
              <a:buNone/>
              <a:defRPr sz="3792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92922" y="7889827"/>
            <a:ext cx="9169175" cy="1160474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972533" y="5294885"/>
            <a:ext cx="9214332" cy="2594941"/>
          </a:xfrm>
        </p:spPr>
        <p:txBody>
          <a:bodyPr anchor="b"/>
          <a:lstStyle>
            <a:lvl1pPr marL="0" indent="0">
              <a:buNone/>
              <a:defRPr sz="5689" b="1"/>
            </a:lvl1pPr>
            <a:lvl2pPr marL="1083701" indent="0">
              <a:buNone/>
              <a:defRPr sz="4741" b="1"/>
            </a:lvl2pPr>
            <a:lvl3pPr marL="2167402" indent="0">
              <a:buNone/>
              <a:defRPr sz="4267" b="1"/>
            </a:lvl3pPr>
            <a:lvl4pPr marL="3251103" indent="0">
              <a:buNone/>
              <a:defRPr sz="3792" b="1"/>
            </a:lvl4pPr>
            <a:lvl5pPr marL="4334805" indent="0">
              <a:buNone/>
              <a:defRPr sz="3792" b="1"/>
            </a:lvl5pPr>
            <a:lvl6pPr marL="5418506" indent="0">
              <a:buNone/>
              <a:defRPr sz="3792" b="1"/>
            </a:lvl6pPr>
            <a:lvl7pPr marL="6502207" indent="0">
              <a:buNone/>
              <a:defRPr sz="3792" b="1"/>
            </a:lvl7pPr>
            <a:lvl8pPr marL="7585908" indent="0">
              <a:buNone/>
              <a:defRPr sz="3792" b="1"/>
            </a:lvl8pPr>
            <a:lvl9pPr marL="8669609" indent="0">
              <a:buNone/>
              <a:defRPr sz="3792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972533" y="7889827"/>
            <a:ext cx="9214332" cy="1160474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84BF1-B202-4A5F-AFA0-E573F6C5BE95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04067-E321-4BE8-BC35-9269C26DDD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4898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84BF1-B202-4A5F-AFA0-E573F6C5BE95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04067-E321-4BE8-BC35-9269C26DDD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98442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84BF1-B202-4A5F-AFA0-E573F6C5BE95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04067-E321-4BE8-BC35-9269C26DDD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8102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2920" y="1439968"/>
            <a:ext cx="6990474" cy="5039889"/>
          </a:xfrm>
        </p:spPr>
        <p:txBody>
          <a:bodyPr anchor="b"/>
          <a:lstStyle>
            <a:lvl1pPr>
              <a:defRPr sz="758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14332" y="3109937"/>
            <a:ext cx="10972532" cy="15349662"/>
          </a:xfrm>
        </p:spPr>
        <p:txBody>
          <a:bodyPr/>
          <a:lstStyle>
            <a:lvl1pPr>
              <a:defRPr sz="7585"/>
            </a:lvl1pPr>
            <a:lvl2pPr>
              <a:defRPr sz="6637"/>
            </a:lvl2pPr>
            <a:lvl3pPr>
              <a:defRPr sz="5689"/>
            </a:lvl3pPr>
            <a:lvl4pPr>
              <a:defRPr sz="4741"/>
            </a:lvl4pPr>
            <a:lvl5pPr>
              <a:defRPr sz="4741"/>
            </a:lvl5pPr>
            <a:lvl6pPr>
              <a:defRPr sz="4741"/>
            </a:lvl6pPr>
            <a:lvl7pPr>
              <a:defRPr sz="4741"/>
            </a:lvl7pPr>
            <a:lvl8pPr>
              <a:defRPr sz="4741"/>
            </a:lvl8pPr>
            <a:lvl9pPr>
              <a:defRPr sz="4741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92920" y="6479857"/>
            <a:ext cx="6990474" cy="12004738"/>
          </a:xfrm>
        </p:spPr>
        <p:txBody>
          <a:bodyPr/>
          <a:lstStyle>
            <a:lvl1pPr marL="0" indent="0">
              <a:buNone/>
              <a:defRPr sz="3792"/>
            </a:lvl1pPr>
            <a:lvl2pPr marL="1083701" indent="0">
              <a:buNone/>
              <a:defRPr sz="3318"/>
            </a:lvl2pPr>
            <a:lvl3pPr marL="2167402" indent="0">
              <a:buNone/>
              <a:defRPr sz="2844"/>
            </a:lvl3pPr>
            <a:lvl4pPr marL="3251103" indent="0">
              <a:buNone/>
              <a:defRPr sz="2370"/>
            </a:lvl4pPr>
            <a:lvl5pPr marL="4334805" indent="0">
              <a:buNone/>
              <a:defRPr sz="2370"/>
            </a:lvl5pPr>
            <a:lvl6pPr marL="5418506" indent="0">
              <a:buNone/>
              <a:defRPr sz="2370"/>
            </a:lvl6pPr>
            <a:lvl7pPr marL="6502207" indent="0">
              <a:buNone/>
              <a:defRPr sz="2370"/>
            </a:lvl7pPr>
            <a:lvl8pPr marL="7585908" indent="0">
              <a:buNone/>
              <a:defRPr sz="2370"/>
            </a:lvl8pPr>
            <a:lvl9pPr marL="8669609" indent="0">
              <a:buNone/>
              <a:defRPr sz="237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84BF1-B202-4A5F-AFA0-E573F6C5BE95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04067-E321-4BE8-BC35-9269C26DDD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6997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2920" y="1439968"/>
            <a:ext cx="6990474" cy="5039889"/>
          </a:xfrm>
        </p:spPr>
        <p:txBody>
          <a:bodyPr anchor="b"/>
          <a:lstStyle>
            <a:lvl1pPr>
              <a:defRPr sz="758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214332" y="3109937"/>
            <a:ext cx="10972532" cy="15349662"/>
          </a:xfrm>
        </p:spPr>
        <p:txBody>
          <a:bodyPr anchor="t"/>
          <a:lstStyle>
            <a:lvl1pPr marL="0" indent="0">
              <a:buNone/>
              <a:defRPr sz="7585"/>
            </a:lvl1pPr>
            <a:lvl2pPr marL="1083701" indent="0">
              <a:buNone/>
              <a:defRPr sz="6637"/>
            </a:lvl2pPr>
            <a:lvl3pPr marL="2167402" indent="0">
              <a:buNone/>
              <a:defRPr sz="5689"/>
            </a:lvl3pPr>
            <a:lvl4pPr marL="3251103" indent="0">
              <a:buNone/>
              <a:defRPr sz="4741"/>
            </a:lvl4pPr>
            <a:lvl5pPr marL="4334805" indent="0">
              <a:buNone/>
              <a:defRPr sz="4741"/>
            </a:lvl5pPr>
            <a:lvl6pPr marL="5418506" indent="0">
              <a:buNone/>
              <a:defRPr sz="4741"/>
            </a:lvl6pPr>
            <a:lvl7pPr marL="6502207" indent="0">
              <a:buNone/>
              <a:defRPr sz="4741"/>
            </a:lvl7pPr>
            <a:lvl8pPr marL="7585908" indent="0">
              <a:buNone/>
              <a:defRPr sz="4741"/>
            </a:lvl8pPr>
            <a:lvl9pPr marL="8669609" indent="0">
              <a:buNone/>
              <a:defRPr sz="4741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92920" y="6479857"/>
            <a:ext cx="6990474" cy="12004738"/>
          </a:xfrm>
        </p:spPr>
        <p:txBody>
          <a:bodyPr/>
          <a:lstStyle>
            <a:lvl1pPr marL="0" indent="0">
              <a:buNone/>
              <a:defRPr sz="3792"/>
            </a:lvl1pPr>
            <a:lvl2pPr marL="1083701" indent="0">
              <a:buNone/>
              <a:defRPr sz="3318"/>
            </a:lvl2pPr>
            <a:lvl3pPr marL="2167402" indent="0">
              <a:buNone/>
              <a:defRPr sz="2844"/>
            </a:lvl3pPr>
            <a:lvl4pPr marL="3251103" indent="0">
              <a:buNone/>
              <a:defRPr sz="2370"/>
            </a:lvl4pPr>
            <a:lvl5pPr marL="4334805" indent="0">
              <a:buNone/>
              <a:defRPr sz="2370"/>
            </a:lvl5pPr>
            <a:lvl6pPr marL="5418506" indent="0">
              <a:buNone/>
              <a:defRPr sz="2370"/>
            </a:lvl6pPr>
            <a:lvl7pPr marL="6502207" indent="0">
              <a:buNone/>
              <a:defRPr sz="2370"/>
            </a:lvl7pPr>
            <a:lvl8pPr marL="7585908" indent="0">
              <a:buNone/>
              <a:defRPr sz="2370"/>
            </a:lvl8pPr>
            <a:lvl9pPr marL="8669609" indent="0">
              <a:buNone/>
              <a:defRPr sz="237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84BF1-B202-4A5F-AFA0-E573F6C5BE95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04067-E321-4BE8-BC35-9269C26DDD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6263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84BF1-B202-4A5F-AFA0-E573F6C5BE95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04067-E321-4BE8-BC35-9269C26DDD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8485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510556" y="1149975"/>
            <a:ext cx="4673486" cy="1830459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90098" y="1149975"/>
            <a:ext cx="13749531" cy="1830459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84BF1-B202-4A5F-AFA0-E573F6C5BE95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104067-E321-4BE8-BC35-9269C26DDD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05274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3288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90097" y="1149979"/>
            <a:ext cx="18693944" cy="41749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90097" y="5749874"/>
            <a:ext cx="18693944" cy="137047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90097" y="20019564"/>
            <a:ext cx="4876681" cy="11499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4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184BF1-B202-4A5F-AFA0-E573F6C5BE95}" type="datetimeFigureOut">
              <a:rPr lang="zh-CN" altLang="en-US" smtClean="0"/>
              <a:t>2026/4/9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79558" y="20019564"/>
            <a:ext cx="7315022" cy="11499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4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307360" y="20019564"/>
            <a:ext cx="4876681" cy="11499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4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104067-E321-4BE8-BC35-9269C26DDD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4553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</p:sldLayoutIdLst>
  <p:txStyles>
    <p:titleStyle>
      <a:lvl1pPr algn="l" defTabSz="2167402" rtl="0" eaLnBrk="1" latinLnBrk="0" hangingPunct="1">
        <a:lnSpc>
          <a:spcPct val="90000"/>
        </a:lnSpc>
        <a:spcBef>
          <a:spcPct val="0"/>
        </a:spcBef>
        <a:buNone/>
        <a:defRPr sz="1042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41851" indent="-541851" algn="l" defTabSz="2167402" rtl="0" eaLnBrk="1" latinLnBrk="0" hangingPunct="1">
        <a:lnSpc>
          <a:spcPct val="90000"/>
        </a:lnSpc>
        <a:spcBef>
          <a:spcPts val="2370"/>
        </a:spcBef>
        <a:buFont typeface="Arial" panose="020B0604020202020204" pitchFamily="34" charset="0"/>
        <a:buChar char="•"/>
        <a:defRPr sz="6637" kern="1200">
          <a:solidFill>
            <a:schemeClr val="tx1"/>
          </a:solidFill>
          <a:latin typeface="+mn-lt"/>
          <a:ea typeface="+mn-ea"/>
          <a:cs typeface="+mn-cs"/>
        </a:defRPr>
      </a:lvl1pPr>
      <a:lvl2pPr marL="1625552" indent="-541851" algn="l" defTabSz="2167402" rtl="0" eaLnBrk="1" latinLnBrk="0" hangingPunct="1">
        <a:lnSpc>
          <a:spcPct val="90000"/>
        </a:lnSpc>
        <a:spcBef>
          <a:spcPts val="1185"/>
        </a:spcBef>
        <a:buFont typeface="Arial" panose="020B0604020202020204" pitchFamily="34" charset="0"/>
        <a:buChar char="•"/>
        <a:defRPr sz="5689" kern="1200">
          <a:solidFill>
            <a:schemeClr val="tx1"/>
          </a:solidFill>
          <a:latin typeface="+mn-lt"/>
          <a:ea typeface="+mn-ea"/>
          <a:cs typeface="+mn-cs"/>
        </a:defRPr>
      </a:lvl2pPr>
      <a:lvl3pPr marL="2709253" indent="-541851" algn="l" defTabSz="2167402" rtl="0" eaLnBrk="1" latinLnBrk="0" hangingPunct="1">
        <a:lnSpc>
          <a:spcPct val="90000"/>
        </a:lnSpc>
        <a:spcBef>
          <a:spcPts val="1185"/>
        </a:spcBef>
        <a:buFont typeface="Arial" panose="020B0604020202020204" pitchFamily="34" charset="0"/>
        <a:buChar char="•"/>
        <a:defRPr sz="4741" kern="1200">
          <a:solidFill>
            <a:schemeClr val="tx1"/>
          </a:solidFill>
          <a:latin typeface="+mn-lt"/>
          <a:ea typeface="+mn-ea"/>
          <a:cs typeface="+mn-cs"/>
        </a:defRPr>
      </a:lvl3pPr>
      <a:lvl4pPr marL="3792954" indent="-541851" algn="l" defTabSz="2167402" rtl="0" eaLnBrk="1" latinLnBrk="0" hangingPunct="1">
        <a:lnSpc>
          <a:spcPct val="90000"/>
        </a:lnSpc>
        <a:spcBef>
          <a:spcPts val="1185"/>
        </a:spcBef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4pPr>
      <a:lvl5pPr marL="4876655" indent="-541851" algn="l" defTabSz="2167402" rtl="0" eaLnBrk="1" latinLnBrk="0" hangingPunct="1">
        <a:lnSpc>
          <a:spcPct val="90000"/>
        </a:lnSpc>
        <a:spcBef>
          <a:spcPts val="1185"/>
        </a:spcBef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5pPr>
      <a:lvl6pPr marL="5960356" indent="-541851" algn="l" defTabSz="2167402" rtl="0" eaLnBrk="1" latinLnBrk="0" hangingPunct="1">
        <a:lnSpc>
          <a:spcPct val="90000"/>
        </a:lnSpc>
        <a:spcBef>
          <a:spcPts val="1185"/>
        </a:spcBef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6pPr>
      <a:lvl7pPr marL="7044058" indent="-541851" algn="l" defTabSz="2167402" rtl="0" eaLnBrk="1" latinLnBrk="0" hangingPunct="1">
        <a:lnSpc>
          <a:spcPct val="90000"/>
        </a:lnSpc>
        <a:spcBef>
          <a:spcPts val="1185"/>
        </a:spcBef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7pPr>
      <a:lvl8pPr marL="8127759" indent="-541851" algn="l" defTabSz="2167402" rtl="0" eaLnBrk="1" latinLnBrk="0" hangingPunct="1">
        <a:lnSpc>
          <a:spcPct val="90000"/>
        </a:lnSpc>
        <a:spcBef>
          <a:spcPts val="1185"/>
        </a:spcBef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8pPr>
      <a:lvl9pPr marL="9211460" indent="-541851" algn="l" defTabSz="2167402" rtl="0" eaLnBrk="1" latinLnBrk="0" hangingPunct="1">
        <a:lnSpc>
          <a:spcPct val="90000"/>
        </a:lnSpc>
        <a:spcBef>
          <a:spcPts val="1185"/>
        </a:spcBef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67402" rtl="0" eaLnBrk="1" latinLnBrk="0" hangingPunct="1"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1083701" algn="l" defTabSz="2167402" rtl="0" eaLnBrk="1" latinLnBrk="0" hangingPunct="1">
        <a:defRPr sz="4267" kern="1200">
          <a:solidFill>
            <a:schemeClr val="tx1"/>
          </a:solidFill>
          <a:latin typeface="+mn-lt"/>
          <a:ea typeface="+mn-ea"/>
          <a:cs typeface="+mn-cs"/>
        </a:defRPr>
      </a:lvl2pPr>
      <a:lvl3pPr marL="2167402" algn="l" defTabSz="2167402" rtl="0" eaLnBrk="1" latinLnBrk="0" hangingPunct="1">
        <a:defRPr sz="4267" kern="1200">
          <a:solidFill>
            <a:schemeClr val="tx1"/>
          </a:solidFill>
          <a:latin typeface="+mn-lt"/>
          <a:ea typeface="+mn-ea"/>
          <a:cs typeface="+mn-cs"/>
        </a:defRPr>
      </a:lvl3pPr>
      <a:lvl4pPr marL="3251103" algn="l" defTabSz="2167402" rtl="0" eaLnBrk="1" latinLnBrk="0" hangingPunct="1">
        <a:defRPr sz="4267" kern="1200">
          <a:solidFill>
            <a:schemeClr val="tx1"/>
          </a:solidFill>
          <a:latin typeface="+mn-lt"/>
          <a:ea typeface="+mn-ea"/>
          <a:cs typeface="+mn-cs"/>
        </a:defRPr>
      </a:lvl4pPr>
      <a:lvl5pPr marL="4334805" algn="l" defTabSz="2167402" rtl="0" eaLnBrk="1" latinLnBrk="0" hangingPunct="1">
        <a:defRPr sz="4267" kern="1200">
          <a:solidFill>
            <a:schemeClr val="tx1"/>
          </a:solidFill>
          <a:latin typeface="+mn-lt"/>
          <a:ea typeface="+mn-ea"/>
          <a:cs typeface="+mn-cs"/>
        </a:defRPr>
      </a:lvl5pPr>
      <a:lvl6pPr marL="5418506" algn="l" defTabSz="2167402" rtl="0" eaLnBrk="1" latinLnBrk="0" hangingPunct="1">
        <a:defRPr sz="4267" kern="1200">
          <a:solidFill>
            <a:schemeClr val="tx1"/>
          </a:solidFill>
          <a:latin typeface="+mn-lt"/>
          <a:ea typeface="+mn-ea"/>
          <a:cs typeface="+mn-cs"/>
        </a:defRPr>
      </a:lvl6pPr>
      <a:lvl7pPr marL="6502207" algn="l" defTabSz="2167402" rtl="0" eaLnBrk="1" latinLnBrk="0" hangingPunct="1">
        <a:defRPr sz="4267" kern="1200">
          <a:solidFill>
            <a:schemeClr val="tx1"/>
          </a:solidFill>
          <a:latin typeface="+mn-lt"/>
          <a:ea typeface="+mn-ea"/>
          <a:cs typeface="+mn-cs"/>
        </a:defRPr>
      </a:lvl7pPr>
      <a:lvl8pPr marL="7585908" algn="l" defTabSz="2167402" rtl="0" eaLnBrk="1" latinLnBrk="0" hangingPunct="1">
        <a:defRPr sz="4267" kern="1200">
          <a:solidFill>
            <a:schemeClr val="tx1"/>
          </a:solidFill>
          <a:latin typeface="+mn-lt"/>
          <a:ea typeface="+mn-ea"/>
          <a:cs typeface="+mn-cs"/>
        </a:defRPr>
      </a:lvl8pPr>
      <a:lvl9pPr marL="8669609" algn="l" defTabSz="2167402" rtl="0" eaLnBrk="1" latinLnBrk="0" hangingPunct="1">
        <a:defRPr sz="42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jp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jp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77494-A445-982A-1C01-15DB73CE1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xmlns:a16="http://schemas.microsoft.com/office/drawing/2014/main" id="{46452859-83B8-C224-2E26-D6913C2D9ED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115142" y="7088822"/>
            <a:ext cx="7684929" cy="10246572"/>
          </a:xfrm>
          <a:prstGeom prst="rect">
            <a:avLst/>
          </a:prstGeom>
        </p:spPr>
      </p:pic>
      <p:grpSp>
        <p:nvGrpSpPr>
          <p:cNvPr id="38" name="组合 37">
            <a:extLst>
              <a:ext uri="{FF2B5EF4-FFF2-40B4-BE49-F238E27FC236}">
                <a16:creationId xmlns:a16="http://schemas.microsoft.com/office/drawing/2014/main" id="{E0615A05-9935-98CD-3EAD-E2A24E7E8205}"/>
              </a:ext>
            </a:extLst>
          </p:cNvPr>
          <p:cNvGrpSpPr/>
          <p:nvPr/>
        </p:nvGrpSpPr>
        <p:grpSpPr>
          <a:xfrm>
            <a:off x="1268880" y="1559966"/>
            <a:ext cx="17912102" cy="13505238"/>
            <a:chOff x="1268880" y="1559966"/>
            <a:chExt cx="17912102" cy="13505238"/>
          </a:xfrm>
        </p:grpSpPr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E2267261-BFE0-52EB-B1F8-0F9138A66B02}"/>
                </a:ext>
              </a:extLst>
            </p:cNvPr>
            <p:cNvSpPr txBox="1"/>
            <p:nvPr/>
          </p:nvSpPr>
          <p:spPr>
            <a:xfrm>
              <a:off x="10441038" y="12321153"/>
              <a:ext cx="873994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US" altLang="zh-CN" sz="2800" b="1" dirty="0">
                  <a:solidFill>
                    <a:srgbClr val="1F2329"/>
                  </a:solidFill>
                </a:rPr>
                <a:t>Hierarchical </a:t>
              </a:r>
              <a:r>
                <a:rPr lang="en-US" altLang="zh-CN" sz="2800" b="1" dirty="0" err="1">
                  <a:solidFill>
                    <a:srgbClr val="1F2329"/>
                  </a:solidFill>
                </a:rPr>
                <a:t>Spatio</a:t>
              </a:r>
              <a:r>
                <a:rPr lang="en-US" altLang="zh-CN" sz="2800" b="1" dirty="0">
                  <a:solidFill>
                    <a:srgbClr val="1F2329"/>
                  </a:solidFill>
                </a:rPr>
                <a:t>-Temporal Scene Graph Representation</a:t>
              </a:r>
            </a:p>
          </p:txBody>
        </p:sp>
        <p:sp>
          <p:nvSpPr>
            <p:cNvPr id="49" name="矩形: 圆角 48">
              <a:extLst>
                <a:ext uri="{FF2B5EF4-FFF2-40B4-BE49-F238E27FC236}">
                  <a16:creationId xmlns:a16="http://schemas.microsoft.com/office/drawing/2014/main" id="{DD52E0E0-9234-1D05-7DEC-DBA36D5D846E}"/>
                </a:ext>
              </a:extLst>
            </p:cNvPr>
            <p:cNvSpPr/>
            <p:nvPr/>
          </p:nvSpPr>
          <p:spPr>
            <a:xfrm>
              <a:off x="10526794" y="1791805"/>
              <a:ext cx="8594202" cy="1503857"/>
            </a:xfrm>
            <a:prstGeom prst="roundRect">
              <a:avLst>
                <a:gd name="adj" fmla="val 16466"/>
              </a:avLst>
            </a:prstGeom>
            <a:solidFill>
              <a:schemeClr val="accent4">
                <a:lumMod val="20000"/>
                <a:lumOff val="80000"/>
                <a:alpha val="65000"/>
              </a:schemeClr>
            </a:solidFill>
            <a:ln w="1905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2000" b="1" dirty="0">
                  <a:solidFill>
                    <a:srgbClr val="002060"/>
                  </a:solidFill>
                </a:rPr>
                <a:t>Question: </a:t>
              </a:r>
              <a:r>
                <a:rPr lang="en-US" altLang="zh-CN" sz="2000" b="1" dirty="0">
                  <a:solidFill>
                    <a:srgbClr val="1F2329"/>
                  </a:solidFill>
                </a:rPr>
                <a:t>Why does the man follow the woman in red after they meet for the third time?  </a:t>
              </a:r>
            </a:p>
            <a:p>
              <a:r>
                <a:rPr lang="en-US" altLang="zh-CN" sz="2000" b="1" dirty="0">
                  <a:solidFill>
                    <a:srgbClr val="1F2329"/>
                  </a:solidFill>
                </a:rPr>
                <a:t>(A)  He falls in love with the woman. 			(B)  He is a spy. </a:t>
              </a:r>
            </a:p>
            <a:p>
              <a:r>
                <a:rPr lang="en-US" altLang="zh-CN" sz="2000" b="1" dirty="0">
                  <a:solidFill>
                    <a:srgbClr val="1F2329"/>
                  </a:solidFill>
                </a:rPr>
                <a:t>(C)  The woman has his phone.  				(D)  The woman has his book.</a:t>
              </a:r>
              <a:endParaRPr lang="zh-CN" altLang="en-US" sz="2000" b="1" dirty="0">
                <a:solidFill>
                  <a:srgbClr val="1F2329"/>
                </a:solidFill>
              </a:endParaRPr>
            </a:p>
          </p:txBody>
        </p:sp>
        <p:grpSp>
          <p:nvGrpSpPr>
            <p:cNvPr id="72" name="组合 71">
              <a:extLst>
                <a:ext uri="{FF2B5EF4-FFF2-40B4-BE49-F238E27FC236}">
                  <a16:creationId xmlns:a16="http://schemas.microsoft.com/office/drawing/2014/main" id="{D21B2926-49A7-8EB0-4371-969D8F0E3099}"/>
                </a:ext>
              </a:extLst>
            </p:cNvPr>
            <p:cNvGrpSpPr/>
            <p:nvPr/>
          </p:nvGrpSpPr>
          <p:grpSpPr>
            <a:xfrm>
              <a:off x="1268880" y="2198838"/>
              <a:ext cx="9143374" cy="12754502"/>
              <a:chOff x="1268880" y="1386038"/>
              <a:chExt cx="9143374" cy="12754502"/>
            </a:xfrm>
          </p:grpSpPr>
          <p:sp>
            <p:nvSpPr>
              <p:cNvPr id="22" name="矩形: 圆角 21">
                <a:extLst>
                  <a:ext uri="{FF2B5EF4-FFF2-40B4-BE49-F238E27FC236}">
                    <a16:creationId xmlns:a16="http://schemas.microsoft.com/office/drawing/2014/main" id="{BCDE57DC-9162-3DF3-E74B-3EE0483CF1C0}"/>
                  </a:ext>
                </a:extLst>
              </p:cNvPr>
              <p:cNvSpPr/>
              <p:nvPr/>
            </p:nvSpPr>
            <p:spPr>
              <a:xfrm>
                <a:off x="1879600" y="2438203"/>
                <a:ext cx="8532653" cy="2025385"/>
              </a:xfrm>
              <a:prstGeom prst="roundRect">
                <a:avLst>
                  <a:gd name="adj" fmla="val 6133"/>
                </a:avLst>
              </a:prstGeom>
              <a:solidFill>
                <a:srgbClr val="DCE5F5"/>
              </a:solidFill>
              <a:ln w="1905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zh-CN" sz="2000" b="1" dirty="0">
                    <a:solidFill>
                      <a:schemeClr val="accent4">
                        <a:lumMod val="75000"/>
                      </a:schemeClr>
                    </a:solidFill>
                  </a:rPr>
                  <a:t>Global-Level Retrieval:</a:t>
                </a:r>
                <a:r>
                  <a:rPr lang="zh-CN" altLang="en-US" sz="2000" b="1" dirty="0">
                    <a:solidFill>
                      <a:schemeClr val="accent4">
                        <a:lumMod val="75000"/>
                      </a:schemeClr>
                    </a:solidFill>
                  </a:rPr>
                  <a:t> </a:t>
                </a:r>
                <a:endParaRPr lang="en-US" altLang="zh-CN" sz="2000" b="1" dirty="0">
                  <a:solidFill>
                    <a:schemeClr val="accent4">
                      <a:lumMod val="75000"/>
                    </a:schemeClr>
                  </a:solidFill>
                </a:endParaRPr>
              </a:p>
              <a:p>
                <a:r>
                  <a:rPr lang="en-US" altLang="zh-CN" dirty="0">
                    <a:solidFill>
                      <a:schemeClr val="tx1"/>
                    </a:solidFill>
                  </a:rPr>
                  <a:t>Matched Events: </a:t>
                </a:r>
              </a:p>
              <a:p>
                <a:pPr lvl="1"/>
                <a:r>
                  <a:rPr lang="en-US" altLang="zh-CN" dirty="0">
                    <a:solidFill>
                      <a:schemeClr val="tx1"/>
                    </a:solidFill>
                  </a:rPr>
                  <a:t>evt_0055 [23:45–24:40] score=2.93, confidence=0.84  </a:t>
                </a:r>
              </a:p>
              <a:p>
                <a:pPr lvl="1"/>
                <a:r>
                  <a:rPr lang="en-US" altLang="zh-CN" dirty="0">
                    <a:solidFill>
                      <a:schemeClr val="tx1"/>
                    </a:solidFill>
                  </a:rPr>
                  <a:t>man, building, woman; actions: follow; support: 2 segment(s)</a:t>
                </a:r>
              </a:p>
              <a:p>
                <a:pPr lvl="1"/>
                <a:r>
                  <a:rPr lang="en-US" altLang="zh-CN" dirty="0">
                    <a:solidFill>
                      <a:schemeClr val="tx1"/>
                    </a:solidFill>
                  </a:rPr>
                  <a:t>evt_0025 [10:50–11:20] score=0.36, confidence=0.76  </a:t>
                </a:r>
              </a:p>
              <a:p>
                <a:pPr lvl="1"/>
                <a:r>
                  <a:rPr lang="en-US" altLang="zh-CN" dirty="0">
                    <a:solidFill>
                      <a:schemeClr val="tx1"/>
                    </a:solidFill>
                  </a:rPr>
                  <a:t>fairy, flute; actions: holding; support: 1 segment(s)</a:t>
                </a:r>
              </a:p>
              <a:p>
                <a:pPr lvl="1"/>
                <a:r>
                  <a:rPr lang="en-US" altLang="zh-CN" dirty="0">
                    <a:solidFill>
                      <a:schemeClr val="tx1"/>
                    </a:solidFill>
                  </a:rPr>
                  <a:t>……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2" name="矩形: 圆角 31">
                <a:extLst>
                  <a:ext uri="{FF2B5EF4-FFF2-40B4-BE49-F238E27FC236}">
                    <a16:creationId xmlns:a16="http://schemas.microsoft.com/office/drawing/2014/main" id="{43B92231-D469-589B-BFC7-958539D9B14D}"/>
                  </a:ext>
                </a:extLst>
              </p:cNvPr>
              <p:cNvSpPr/>
              <p:nvPr/>
            </p:nvSpPr>
            <p:spPr>
              <a:xfrm>
                <a:off x="1268880" y="1386038"/>
                <a:ext cx="9143374" cy="990222"/>
              </a:xfrm>
              <a:prstGeom prst="roundRect">
                <a:avLst/>
              </a:prstGeom>
              <a:solidFill>
                <a:srgbClr val="8EC7D8">
                  <a:alpha val="65000"/>
                </a:srgbClr>
              </a:solidFill>
              <a:ln w="19050"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zh-CN" sz="2000" b="1" dirty="0">
                    <a:solidFill>
                      <a:srgbClr val="002060"/>
                    </a:solidFill>
                  </a:rPr>
                  <a:t>Agent (Step 1): </a:t>
                </a:r>
              </a:p>
              <a:p>
                <a:r>
                  <a:rPr lang="en-US" altLang="zh-CN" sz="2000" dirty="0">
                    <a:solidFill>
                      <a:schemeClr val="tx1"/>
                    </a:solidFill>
                  </a:rPr>
                  <a:t>Calling tool </a:t>
                </a:r>
                <a:r>
                  <a:rPr lang="en-US" altLang="zh-CN" sz="2000" b="1" dirty="0">
                    <a:solidFill>
                      <a:schemeClr val="accent4">
                        <a:lumMod val="75000"/>
                      </a:schemeClr>
                    </a:solidFill>
                  </a:rPr>
                  <a:t>Global-Level Retrieval</a:t>
                </a:r>
                <a:r>
                  <a:rPr lang="en-US" altLang="zh-CN" sz="2000" dirty="0">
                    <a:solidFill>
                      <a:schemeClr val="accent4">
                        <a:lumMod val="75000"/>
                      </a:schemeClr>
                    </a:solidFill>
                  </a:rPr>
                  <a:t> </a:t>
                </a:r>
                <a:r>
                  <a:rPr lang="en-US" altLang="zh-CN" sz="2000" dirty="0">
                    <a:solidFill>
                      <a:schemeClr val="tx1"/>
                    </a:solidFill>
                  </a:rPr>
                  <a:t>with query "Why does the man follow the woman in red after they meet for the third time?"</a:t>
                </a:r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矩形: 圆角 54">
                <a:extLst>
                  <a:ext uri="{FF2B5EF4-FFF2-40B4-BE49-F238E27FC236}">
                    <a16:creationId xmlns:a16="http://schemas.microsoft.com/office/drawing/2014/main" id="{FB4A4FBE-C99E-1BC7-3528-D5186F5B61A4}"/>
                  </a:ext>
                </a:extLst>
              </p:cNvPr>
              <p:cNvSpPr/>
              <p:nvPr/>
            </p:nvSpPr>
            <p:spPr>
              <a:xfrm>
                <a:off x="1268880" y="4525531"/>
                <a:ext cx="9143374" cy="990222"/>
              </a:xfrm>
              <a:prstGeom prst="roundRect">
                <a:avLst/>
              </a:prstGeom>
              <a:solidFill>
                <a:srgbClr val="8EC7D8">
                  <a:alpha val="65000"/>
                </a:srgbClr>
              </a:solidFill>
              <a:ln w="19050"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zh-CN" sz="2000" b="1" dirty="0">
                    <a:solidFill>
                      <a:srgbClr val="002060"/>
                    </a:solidFill>
                  </a:rPr>
                  <a:t>Agent (Step 2): </a:t>
                </a:r>
              </a:p>
              <a:p>
                <a:r>
                  <a:rPr lang="en-US" altLang="zh-CN" sz="2000" dirty="0">
                    <a:solidFill>
                      <a:schemeClr val="tx1"/>
                    </a:solidFill>
                  </a:rPr>
                  <a:t>Calling tool </a:t>
                </a:r>
                <a:r>
                  <a:rPr lang="en-US" altLang="zh-CN" sz="2000" b="1" dirty="0">
                    <a:solidFill>
                      <a:schemeClr val="accent2">
                        <a:lumMod val="75000"/>
                      </a:schemeClr>
                    </a:solidFill>
                  </a:rPr>
                  <a:t>Segment-Level Retrieval </a:t>
                </a:r>
                <a:r>
                  <a:rPr lang="en-US" altLang="zh-CN" sz="2000" dirty="0">
                    <a:solidFill>
                      <a:schemeClr val="tx1"/>
                    </a:solidFill>
                  </a:rPr>
                  <a:t>with query "Why does the man follow the woman in red after they meet for the third time?"</a:t>
                </a:r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矩形: 圆角 61">
                <a:extLst>
                  <a:ext uri="{FF2B5EF4-FFF2-40B4-BE49-F238E27FC236}">
                    <a16:creationId xmlns:a16="http://schemas.microsoft.com/office/drawing/2014/main" id="{8C62E110-9FEF-FB46-FED8-FAF0A58C50F0}"/>
                  </a:ext>
                </a:extLst>
              </p:cNvPr>
              <p:cNvSpPr/>
              <p:nvPr/>
            </p:nvSpPr>
            <p:spPr>
              <a:xfrm>
                <a:off x="1879600" y="5577696"/>
                <a:ext cx="8532653" cy="2025385"/>
              </a:xfrm>
              <a:prstGeom prst="roundRect">
                <a:avLst>
                  <a:gd name="adj" fmla="val 6133"/>
                </a:avLst>
              </a:prstGeom>
              <a:solidFill>
                <a:srgbClr val="DCE5F5">
                  <a:alpha val="50000"/>
                </a:srgbClr>
              </a:solidFill>
              <a:ln w="1905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zh-CN" sz="2000" b="1" dirty="0">
                    <a:solidFill>
                      <a:schemeClr val="accent2">
                        <a:lumMod val="75000"/>
                      </a:schemeClr>
                    </a:solidFill>
                  </a:rPr>
                  <a:t>Segment-Level Retrieval :</a:t>
                </a:r>
              </a:p>
              <a:p>
                <a:r>
                  <a:rPr lang="en-US" altLang="zh-CN" dirty="0">
                    <a:solidFill>
                      <a:schemeClr val="tx1"/>
                    </a:solidFill>
                  </a:rPr>
                  <a:t>Matched Segments:</a:t>
                </a:r>
              </a:p>
              <a:p>
                <a:pPr lvl="1"/>
                <a:r>
                  <a:rPr lang="en-US" altLang="zh-CN" dirty="0">
                    <a:solidFill>
                      <a:schemeClr val="tx1"/>
                    </a:solidFill>
                  </a:rPr>
                  <a:t>seg_0058 [23:45–24:15] score=2.61  </a:t>
                </a:r>
              </a:p>
              <a:p>
                <a:pPr lvl="1"/>
                <a:r>
                  <a:rPr lang="en-US" altLang="zh-CN" dirty="0">
                    <a:solidFill>
                      <a:schemeClr val="tx1"/>
                    </a:solidFill>
                  </a:rPr>
                  <a:t>entities: woman, shoe, building, man; predicates: </a:t>
                </a:r>
                <a:r>
                  <a:rPr lang="en-US" altLang="zh-CN" dirty="0" err="1">
                    <a:solidFill>
                      <a:schemeClr val="tx1"/>
                    </a:solidFill>
                  </a:rPr>
                  <a:t>in_front_of</a:t>
                </a:r>
                <a:endParaRPr lang="en-US" altLang="zh-CN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en-US" altLang="zh-CN" dirty="0">
                    <a:solidFill>
                      <a:schemeClr val="tx1"/>
                    </a:solidFill>
                  </a:rPr>
                  <a:t>seg_0020 [07:55–08:25] score=0.38  </a:t>
                </a:r>
              </a:p>
              <a:p>
                <a:pPr lvl="1"/>
                <a:r>
                  <a:rPr lang="en-US" altLang="zh-CN" dirty="0">
                    <a:solidFill>
                      <a:schemeClr val="tx1"/>
                    </a:solidFill>
                  </a:rPr>
                  <a:t>entities: person, tree, ledge, water; predicates: </a:t>
                </a:r>
                <a:r>
                  <a:rPr lang="en-US" altLang="zh-CN" dirty="0" err="1">
                    <a:solidFill>
                      <a:schemeClr val="tx1"/>
                    </a:solidFill>
                  </a:rPr>
                  <a:t>sitting_on</a:t>
                </a:r>
                <a:endParaRPr lang="en-US" altLang="zh-CN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en-US" altLang="zh-CN" dirty="0">
                    <a:solidFill>
                      <a:schemeClr val="tx1"/>
                    </a:solidFill>
                  </a:rPr>
                  <a:t>……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3" name="矩形: 圆角 62">
                <a:extLst>
                  <a:ext uri="{FF2B5EF4-FFF2-40B4-BE49-F238E27FC236}">
                    <a16:creationId xmlns:a16="http://schemas.microsoft.com/office/drawing/2014/main" id="{1B3E0B60-46A8-B98B-4F60-325512CE9C3A}"/>
                  </a:ext>
                </a:extLst>
              </p:cNvPr>
              <p:cNvSpPr/>
              <p:nvPr/>
            </p:nvSpPr>
            <p:spPr>
              <a:xfrm>
                <a:off x="1268880" y="7665024"/>
                <a:ext cx="9143374" cy="711214"/>
              </a:xfrm>
              <a:prstGeom prst="roundRect">
                <a:avLst>
                  <a:gd name="adj" fmla="val 22080"/>
                </a:avLst>
              </a:prstGeom>
              <a:solidFill>
                <a:srgbClr val="8EC7D8">
                  <a:alpha val="65000"/>
                </a:srgbClr>
              </a:solidFill>
              <a:ln w="19050"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zh-CN" sz="2000" b="1" dirty="0">
                    <a:solidFill>
                      <a:srgbClr val="002060"/>
                    </a:solidFill>
                  </a:rPr>
                  <a:t>Agent (Step 3): </a:t>
                </a:r>
              </a:p>
              <a:p>
                <a:r>
                  <a:rPr lang="en-US" altLang="zh-CN" sz="2000" dirty="0">
                    <a:solidFill>
                      <a:schemeClr val="tx1"/>
                    </a:solidFill>
                  </a:rPr>
                  <a:t>Calling tool </a:t>
                </a:r>
                <a:r>
                  <a:rPr lang="en-US" altLang="zh-CN" sz="2000" b="1" dirty="0">
                    <a:solidFill>
                      <a:srgbClr val="7030A0"/>
                    </a:solidFill>
                  </a:rPr>
                  <a:t>Frame-Level Retrieval </a:t>
                </a:r>
                <a:r>
                  <a:rPr lang="en-US" altLang="zh-CN" sz="2000" dirty="0">
                    <a:solidFill>
                      <a:schemeClr val="tx1"/>
                    </a:solidFill>
                  </a:rPr>
                  <a:t>with query "woman book"</a:t>
                </a:r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8" name="矩形: 圆角 67">
                <a:extLst>
                  <a:ext uri="{FF2B5EF4-FFF2-40B4-BE49-F238E27FC236}">
                    <a16:creationId xmlns:a16="http://schemas.microsoft.com/office/drawing/2014/main" id="{F06A783D-A325-2C94-4992-7D430D319358}"/>
                  </a:ext>
                </a:extLst>
              </p:cNvPr>
              <p:cNvSpPr/>
              <p:nvPr/>
            </p:nvSpPr>
            <p:spPr>
              <a:xfrm>
                <a:off x="1879600" y="8438181"/>
                <a:ext cx="8532653" cy="2025385"/>
              </a:xfrm>
              <a:prstGeom prst="roundRect">
                <a:avLst>
                  <a:gd name="adj" fmla="val 6133"/>
                </a:avLst>
              </a:prstGeom>
              <a:solidFill>
                <a:srgbClr val="DCE5F5"/>
              </a:solidFill>
              <a:ln w="1905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zh-CN" sz="2000" b="1" dirty="0">
                    <a:solidFill>
                      <a:srgbClr val="7030A0"/>
                    </a:solidFill>
                  </a:rPr>
                  <a:t>Frame-Level Retrieval :</a:t>
                </a:r>
              </a:p>
              <a:p>
                <a:r>
                  <a:rPr lang="en-US" altLang="zh-CN" dirty="0">
                    <a:solidFill>
                      <a:schemeClr val="tx1"/>
                    </a:solidFill>
                  </a:rPr>
                  <a:t>Matched Frames:</a:t>
                </a:r>
              </a:p>
              <a:p>
                <a:pPr lvl="1"/>
                <a:r>
                  <a:rPr lang="en-US" altLang="zh-CN" dirty="0">
                    <a:solidFill>
                      <a:schemeClr val="tx1"/>
                    </a:solidFill>
                  </a:rPr>
                  <a:t>fra_0086 [35:25–35:30] score=3.62, confidence=0.98 </a:t>
                </a:r>
              </a:p>
              <a:p>
                <a:pPr lvl="1"/>
                <a:r>
                  <a:rPr lang="en-US" altLang="zh-CN" dirty="0">
                    <a:solidFill>
                      <a:schemeClr val="tx1"/>
                    </a:solidFill>
                  </a:rPr>
                  <a:t>entities: man, book, tree; predicates: holding; Relation: (man, holding, book) </a:t>
                </a:r>
              </a:p>
              <a:p>
                <a:pPr lvl="1"/>
                <a:r>
                  <a:rPr lang="en-US" altLang="zh-CN" dirty="0">
                    <a:solidFill>
                      <a:schemeClr val="tx1"/>
                    </a:solidFill>
                  </a:rPr>
                  <a:t>fra_0064 [24:00–24:05] score=3.62, confidence=0.96</a:t>
                </a:r>
              </a:p>
              <a:p>
                <a:pPr lvl="1"/>
                <a:r>
                  <a:rPr lang="en-US" altLang="zh-CN" dirty="0">
                    <a:solidFill>
                      <a:schemeClr val="tx1"/>
                    </a:solidFill>
                  </a:rPr>
                  <a:t>entities: woman, book; predicates: holding; Relation: (woman, holding, book)</a:t>
                </a:r>
              </a:p>
              <a:p>
                <a:pPr lvl="1"/>
                <a:r>
                  <a:rPr lang="en-US" altLang="zh-CN" dirty="0">
                    <a:solidFill>
                      <a:schemeClr val="tx1"/>
                    </a:solidFill>
                  </a:rPr>
                  <a:t>……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9" name="矩形: 圆角 68">
                <a:extLst>
                  <a:ext uri="{FF2B5EF4-FFF2-40B4-BE49-F238E27FC236}">
                    <a16:creationId xmlns:a16="http://schemas.microsoft.com/office/drawing/2014/main" id="{F31D6991-EF46-3AE8-B8CC-422D4FDA284A}"/>
                  </a:ext>
                </a:extLst>
              </p:cNvPr>
              <p:cNvSpPr/>
              <p:nvPr/>
            </p:nvSpPr>
            <p:spPr>
              <a:xfrm>
                <a:off x="1268880" y="10525509"/>
                <a:ext cx="9143374" cy="1309701"/>
              </a:xfrm>
              <a:prstGeom prst="roundRect">
                <a:avLst>
                  <a:gd name="adj" fmla="val 11244"/>
                </a:avLst>
              </a:prstGeom>
              <a:solidFill>
                <a:srgbClr val="8EC7D8">
                  <a:alpha val="65000"/>
                </a:srgbClr>
              </a:solidFill>
              <a:ln w="19050"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zh-CN" sz="2000" b="1" dirty="0">
                    <a:solidFill>
                      <a:srgbClr val="002060"/>
                    </a:solidFill>
                  </a:rPr>
                  <a:t>Agent (Step 4): </a:t>
                </a:r>
              </a:p>
              <a:p>
                <a:r>
                  <a:rPr lang="en-US" altLang="zh-CN" sz="2000" dirty="0">
                    <a:solidFill>
                      <a:schemeClr val="tx1"/>
                    </a:solidFill>
                  </a:rPr>
                  <a:t>Calling tool </a:t>
                </a:r>
                <a:r>
                  <a:rPr lang="en-US" altLang="zh-CN" sz="2000" b="1" dirty="0">
                    <a:solidFill>
                      <a:schemeClr val="accent5">
                        <a:lumMod val="50000"/>
                      </a:schemeClr>
                    </a:solidFill>
                  </a:rPr>
                  <a:t>Frame Inspect </a:t>
                </a:r>
                <a:r>
                  <a:rPr lang="en-US" altLang="zh-CN" sz="2000" dirty="0">
                    <a:solidFill>
                      <a:schemeClr val="tx1"/>
                    </a:solidFill>
                  </a:rPr>
                  <a:t>at ["00:24:00", "00:24:15"]:  </a:t>
                </a:r>
              </a:p>
              <a:p>
                <a:r>
                  <a:rPr lang="en-US" altLang="zh-CN" sz="2000" dirty="0">
                    <a:solidFill>
                      <a:schemeClr val="tx1"/>
                    </a:solidFill>
                  </a:rPr>
                  <a:t>"Why does the man follow the woman in red after they meet for the third time? " </a:t>
                </a:r>
              </a:p>
              <a:p>
                <a:r>
                  <a:rPr lang="en-US" altLang="zh-CN" sz="2000" dirty="0">
                    <a:solidFill>
                      <a:schemeClr val="tx1"/>
                    </a:solidFill>
                  </a:rPr>
                  <a:t>"What object does she have that belongs to him?"</a:t>
                </a:r>
                <a:endParaRPr lang="zh-CN" altLang="en-US" sz="2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0" name="矩形: 圆角 69">
                <a:extLst>
                  <a:ext uri="{FF2B5EF4-FFF2-40B4-BE49-F238E27FC236}">
                    <a16:creationId xmlns:a16="http://schemas.microsoft.com/office/drawing/2014/main" id="{9589D247-44C7-36E9-8250-2B955852651D}"/>
                  </a:ext>
                </a:extLst>
              </p:cNvPr>
              <p:cNvSpPr/>
              <p:nvPr/>
            </p:nvSpPr>
            <p:spPr>
              <a:xfrm>
                <a:off x="1879600" y="11897153"/>
                <a:ext cx="8532653" cy="1470227"/>
              </a:xfrm>
              <a:prstGeom prst="roundRect">
                <a:avLst>
                  <a:gd name="adj" fmla="val 8163"/>
                </a:avLst>
              </a:prstGeom>
              <a:solidFill>
                <a:srgbClr val="DCE5F5"/>
              </a:solidFill>
              <a:ln w="1905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zh-CN" sz="2000" b="1" dirty="0">
                    <a:solidFill>
                      <a:schemeClr val="accent5">
                        <a:lumMod val="50000"/>
                      </a:schemeClr>
                    </a:solidFill>
                  </a:rPr>
                  <a:t>Frame Inspect:</a:t>
                </a:r>
              </a:p>
              <a:p>
                <a:r>
                  <a:rPr lang="en-US" altLang="zh-CN" dirty="0">
                    <a:solidFill>
                      <a:schemeClr val="tx1"/>
                    </a:solidFill>
                  </a:rPr>
                  <a:t>Fine-grained Response: </a:t>
                </a:r>
              </a:p>
              <a:p>
                <a:r>
                  <a:rPr lang="en-US" altLang="zh-CN" dirty="0">
                    <a:solidFill>
                      <a:schemeClr val="tx1"/>
                    </a:solidFill>
                  </a:rPr>
                  <a:t>	The man follows the woman in red after they meet for the third time because she 	has a book that belongs to him. This indicates that he is likely trying to retrieve it or 	is concerned about its whereabouts, which motivates him to follow her.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1" name="矩形: 圆角 70">
                <a:extLst>
                  <a:ext uri="{FF2B5EF4-FFF2-40B4-BE49-F238E27FC236}">
                    <a16:creationId xmlns:a16="http://schemas.microsoft.com/office/drawing/2014/main" id="{2A89D7F8-2A60-88EB-EE0C-DB214BFE1BC4}"/>
                  </a:ext>
                </a:extLst>
              </p:cNvPr>
              <p:cNvSpPr/>
              <p:nvPr/>
            </p:nvSpPr>
            <p:spPr>
              <a:xfrm>
                <a:off x="1268880" y="13429326"/>
                <a:ext cx="9143374" cy="711214"/>
              </a:xfrm>
              <a:prstGeom prst="roundRect">
                <a:avLst>
                  <a:gd name="adj" fmla="val 22080"/>
                </a:avLst>
              </a:prstGeom>
              <a:solidFill>
                <a:srgbClr val="8EC7D8">
                  <a:alpha val="65000"/>
                </a:srgbClr>
              </a:solidFill>
              <a:ln w="19050">
                <a:solidFill>
                  <a:schemeClr val="tx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zh-CN" sz="2000" b="1" dirty="0">
                    <a:solidFill>
                      <a:srgbClr val="002060"/>
                    </a:solidFill>
                  </a:rPr>
                  <a:t>Agent (Step 5): </a:t>
                </a:r>
              </a:p>
              <a:p>
                <a:r>
                  <a:rPr lang="en-US" altLang="zh-CN" sz="2000" dirty="0">
                    <a:solidFill>
                      <a:schemeClr val="tx1"/>
                    </a:solidFill>
                  </a:rPr>
                  <a:t>Executing </a:t>
                </a:r>
                <a:r>
                  <a:rPr lang="en-US" altLang="zh-CN" sz="2000" b="1" dirty="0">
                    <a:solidFill>
                      <a:srgbClr val="C00000"/>
                    </a:solidFill>
                  </a:rPr>
                  <a:t>Answer</a:t>
                </a:r>
                <a:r>
                  <a:rPr lang="en-US" altLang="zh-CN" sz="2000" dirty="0">
                    <a:solidFill>
                      <a:schemeClr val="tx1"/>
                    </a:solidFill>
                  </a:rPr>
                  <a:t>: (D) The woman has his book.</a:t>
                </a:r>
                <a:r>
                  <a:rPr lang="en-US" altLang="zh-CN" sz="2000" dirty="0"/>
                  <a:t> 	</a:t>
                </a:r>
                <a:endParaRPr lang="zh-CN" altLang="en-US" sz="20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4" name="箭头: 右 3">
              <a:extLst>
                <a:ext uri="{FF2B5EF4-FFF2-40B4-BE49-F238E27FC236}">
                  <a16:creationId xmlns:a16="http://schemas.microsoft.com/office/drawing/2014/main" id="{0A3BB0D8-368C-D50D-BECB-8E4D9536AE59}"/>
                </a:ext>
              </a:extLst>
            </p:cNvPr>
            <p:cNvSpPr/>
            <p:nvPr/>
          </p:nvSpPr>
          <p:spPr>
            <a:xfrm rot="10800000">
              <a:off x="9662158" y="3928956"/>
              <a:ext cx="917976" cy="462756"/>
            </a:xfrm>
            <a:prstGeom prst="rightArrow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9" name="箭头: 右 128">
              <a:extLst>
                <a:ext uri="{FF2B5EF4-FFF2-40B4-BE49-F238E27FC236}">
                  <a16:creationId xmlns:a16="http://schemas.microsoft.com/office/drawing/2014/main" id="{534B4D77-33F0-042F-A590-7BA967A7F20C}"/>
                </a:ext>
              </a:extLst>
            </p:cNvPr>
            <p:cNvSpPr/>
            <p:nvPr/>
          </p:nvSpPr>
          <p:spPr>
            <a:xfrm rot="10800000">
              <a:off x="9662158" y="7059322"/>
              <a:ext cx="917976" cy="462756"/>
            </a:xfrm>
            <a:prstGeom prst="rightArrow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0" name="箭头: 右 129">
              <a:extLst>
                <a:ext uri="{FF2B5EF4-FFF2-40B4-BE49-F238E27FC236}">
                  <a16:creationId xmlns:a16="http://schemas.microsoft.com/office/drawing/2014/main" id="{2B07BC38-1EE4-EE4A-95BE-CF124864B950}"/>
                </a:ext>
              </a:extLst>
            </p:cNvPr>
            <p:cNvSpPr/>
            <p:nvPr/>
          </p:nvSpPr>
          <p:spPr>
            <a:xfrm rot="10800000">
              <a:off x="9662158" y="10455622"/>
              <a:ext cx="917976" cy="462756"/>
            </a:xfrm>
            <a:prstGeom prst="rightArrow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2" name="文本框 131">
              <a:extLst>
                <a:ext uri="{FF2B5EF4-FFF2-40B4-BE49-F238E27FC236}">
                  <a16:creationId xmlns:a16="http://schemas.microsoft.com/office/drawing/2014/main" id="{BBF1547B-471C-EB8E-FF50-58BF281455DF}"/>
                </a:ext>
              </a:extLst>
            </p:cNvPr>
            <p:cNvSpPr txBox="1"/>
            <p:nvPr/>
          </p:nvSpPr>
          <p:spPr>
            <a:xfrm>
              <a:off x="3107625" y="1559966"/>
              <a:ext cx="546588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800" b="1" dirty="0">
                  <a:cs typeface="Times New Roman" panose="02020603050405020304" pitchFamily="18" charset="0"/>
                </a:rPr>
                <a:t>SGDAgent </a:t>
              </a:r>
              <a:r>
                <a:rPr lang="en-US" altLang="zh-CN" sz="2800" b="1" dirty="0">
                  <a:cs typeface="Times New Roman" panose="02020603050405020304" pitchFamily="18" charset="0"/>
                </a:rPr>
                <a:t>Reasoning</a:t>
              </a:r>
              <a:r>
                <a:rPr lang="zh-CN" altLang="en-US" sz="2800" b="1" dirty="0">
                  <a:cs typeface="Times New Roman" panose="02020603050405020304" pitchFamily="18" charset="0"/>
                </a:rPr>
                <a:t> </a:t>
              </a:r>
              <a:r>
                <a:rPr lang="en-US" altLang="zh-CN" sz="2800" b="1" dirty="0">
                  <a:cs typeface="Times New Roman" panose="02020603050405020304" pitchFamily="18" charset="0"/>
                </a:rPr>
                <a:t>Loop</a:t>
              </a:r>
              <a:endParaRPr lang="zh-CN" altLang="en-US" sz="2800" b="1" dirty="0">
                <a:cs typeface="Times New Roman" panose="02020603050405020304" pitchFamily="18" charset="0"/>
              </a:endParaRPr>
            </a:p>
          </p:txBody>
        </p:sp>
        <p:pic>
          <p:nvPicPr>
            <p:cNvPr id="137" name="图片 136">
              <a:extLst>
                <a:ext uri="{FF2B5EF4-FFF2-40B4-BE49-F238E27FC236}">
                  <a16:creationId xmlns:a16="http://schemas.microsoft.com/office/drawing/2014/main" id="{E1E823D6-B354-0574-51C8-900E3A14EF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25295" y="14042154"/>
              <a:ext cx="911186" cy="911186"/>
            </a:xfrm>
            <a:prstGeom prst="rect">
              <a:avLst/>
            </a:prstGeom>
          </p:spPr>
        </p:pic>
        <p:grpSp>
          <p:nvGrpSpPr>
            <p:cNvPr id="149" name="组合 148">
              <a:extLst>
                <a:ext uri="{FF2B5EF4-FFF2-40B4-BE49-F238E27FC236}">
                  <a16:creationId xmlns:a16="http://schemas.microsoft.com/office/drawing/2014/main" id="{4FECAD63-32CE-7F08-A136-F2C92174FECD}"/>
                </a:ext>
              </a:extLst>
            </p:cNvPr>
            <p:cNvGrpSpPr/>
            <p:nvPr/>
          </p:nvGrpSpPr>
          <p:grpSpPr>
            <a:xfrm>
              <a:off x="10526794" y="3489670"/>
              <a:ext cx="8654188" cy="8831483"/>
              <a:chOff x="10526794" y="3489670"/>
              <a:chExt cx="8654188" cy="8831483"/>
            </a:xfrm>
          </p:grpSpPr>
          <p:sp>
            <p:nvSpPr>
              <p:cNvPr id="19" name="矩形: 圆角 18">
                <a:extLst>
                  <a:ext uri="{FF2B5EF4-FFF2-40B4-BE49-F238E27FC236}">
                    <a16:creationId xmlns:a16="http://schemas.microsoft.com/office/drawing/2014/main" id="{A6B0861C-D608-CB73-D517-B14EC4EB54D8}"/>
                  </a:ext>
                </a:extLst>
              </p:cNvPr>
              <p:cNvSpPr/>
              <p:nvPr/>
            </p:nvSpPr>
            <p:spPr>
              <a:xfrm>
                <a:off x="10526794" y="3489670"/>
                <a:ext cx="8594202" cy="8831483"/>
              </a:xfrm>
              <a:prstGeom prst="roundRect">
                <a:avLst>
                  <a:gd name="adj" fmla="val 5539"/>
                </a:avLst>
              </a:prstGeom>
              <a:solidFill>
                <a:schemeClr val="accent3">
                  <a:lumMod val="20000"/>
                  <a:lumOff val="80000"/>
                  <a:alpha val="69093"/>
                </a:schemeClr>
              </a:solidFill>
              <a:ln w="28575">
                <a:solidFill>
                  <a:schemeClr val="accent1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altLang="zh-CN" b="1" dirty="0"/>
              </a:p>
            </p:txBody>
          </p:sp>
          <p:sp>
            <p:nvSpPr>
              <p:cNvPr id="3" name="矩形: 圆角 2">
                <a:extLst>
                  <a:ext uri="{FF2B5EF4-FFF2-40B4-BE49-F238E27FC236}">
                    <a16:creationId xmlns:a16="http://schemas.microsoft.com/office/drawing/2014/main" id="{345FFB61-136B-9F4E-78C2-05ACE97B0290}"/>
                  </a:ext>
                </a:extLst>
              </p:cNvPr>
              <p:cNvSpPr/>
              <p:nvPr/>
            </p:nvSpPr>
            <p:spPr>
              <a:xfrm>
                <a:off x="10635678" y="6586220"/>
                <a:ext cx="3815678" cy="2647335"/>
              </a:xfrm>
              <a:prstGeom prst="roundRect">
                <a:avLst/>
              </a:prstGeom>
              <a:solidFill>
                <a:srgbClr val="E3BFD9">
                  <a:alpha val="70000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 dirty="0"/>
              </a:p>
            </p:txBody>
          </p:sp>
          <p:sp>
            <p:nvSpPr>
              <p:cNvPr id="73" name="矩形: 圆角 72">
                <a:extLst>
                  <a:ext uri="{FF2B5EF4-FFF2-40B4-BE49-F238E27FC236}">
                    <a16:creationId xmlns:a16="http://schemas.microsoft.com/office/drawing/2014/main" id="{E28863E8-0912-4E3C-0449-D8AD10E01D9C}"/>
                  </a:ext>
                </a:extLst>
              </p:cNvPr>
              <p:cNvSpPr/>
              <p:nvPr/>
            </p:nvSpPr>
            <p:spPr>
              <a:xfrm>
                <a:off x="14619011" y="6603062"/>
                <a:ext cx="3815678" cy="2647335"/>
              </a:xfrm>
              <a:prstGeom prst="roundRect">
                <a:avLst/>
              </a:prstGeom>
              <a:solidFill>
                <a:srgbClr val="E3BFD9">
                  <a:alpha val="70000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C9D425C4-6FD8-EEDD-7039-AB6C74B26FD5}"/>
                  </a:ext>
                </a:extLst>
              </p:cNvPr>
              <p:cNvSpPr txBox="1"/>
              <p:nvPr/>
            </p:nvSpPr>
            <p:spPr>
              <a:xfrm>
                <a:off x="18380763" y="7349366"/>
                <a:ext cx="80021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4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…</a:t>
                </a:r>
                <a:endParaRPr lang="zh-CN" altLang="en-US" sz="4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8" name="文本框 77">
                <a:extLst>
                  <a:ext uri="{FF2B5EF4-FFF2-40B4-BE49-F238E27FC236}">
                    <a16:creationId xmlns:a16="http://schemas.microsoft.com/office/drawing/2014/main" id="{498C6C2D-9A48-F0C0-70F7-1FC131285B6E}"/>
                  </a:ext>
                </a:extLst>
              </p:cNvPr>
              <p:cNvSpPr txBox="1"/>
              <p:nvPr/>
            </p:nvSpPr>
            <p:spPr>
              <a:xfrm>
                <a:off x="18380763" y="10431454"/>
                <a:ext cx="80021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4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…</a:t>
                </a:r>
                <a:endParaRPr lang="zh-CN" altLang="en-US" sz="4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82" name="直接箭头连接符 81">
                <a:extLst>
                  <a:ext uri="{FF2B5EF4-FFF2-40B4-BE49-F238E27FC236}">
                    <a16:creationId xmlns:a16="http://schemas.microsoft.com/office/drawing/2014/main" id="{6D00DE3C-C30B-E572-5242-DCE02501F402}"/>
                  </a:ext>
                </a:extLst>
              </p:cNvPr>
              <p:cNvCxnSpPr/>
              <p:nvPr/>
            </p:nvCxnSpPr>
            <p:spPr>
              <a:xfrm>
                <a:off x="13061167" y="6042503"/>
                <a:ext cx="0" cy="543717"/>
              </a:xfrm>
              <a:prstGeom prst="straightConnector1">
                <a:avLst/>
              </a:prstGeom>
              <a:ln w="57150"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直接连接符 83">
                <a:extLst>
                  <a:ext uri="{FF2B5EF4-FFF2-40B4-BE49-F238E27FC236}">
                    <a16:creationId xmlns:a16="http://schemas.microsoft.com/office/drawing/2014/main" id="{8B49D3E4-005B-37D0-0AD7-8FD66E41F6C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061167" y="6281420"/>
                <a:ext cx="2694743" cy="0"/>
              </a:xfrm>
              <a:prstGeom prst="line">
                <a:avLst/>
              </a:prstGeom>
              <a:ln w="5715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直接箭头连接符 84">
                <a:extLst>
                  <a:ext uri="{FF2B5EF4-FFF2-40B4-BE49-F238E27FC236}">
                    <a16:creationId xmlns:a16="http://schemas.microsoft.com/office/drawing/2014/main" id="{C4C3B616-5828-B695-581C-4A004FFB6E0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725430" y="6281420"/>
                <a:ext cx="0" cy="321642"/>
              </a:xfrm>
              <a:prstGeom prst="straightConnector1">
                <a:avLst/>
              </a:prstGeom>
              <a:ln w="57150"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4" name="文本框 93">
                <a:extLst>
                  <a:ext uri="{FF2B5EF4-FFF2-40B4-BE49-F238E27FC236}">
                    <a16:creationId xmlns:a16="http://schemas.microsoft.com/office/drawing/2014/main" id="{BF307E1C-DF7C-8BE3-EB90-17BD0BAA1862}"/>
                  </a:ext>
                </a:extLst>
              </p:cNvPr>
              <p:cNvSpPr txBox="1"/>
              <p:nvPr/>
            </p:nvSpPr>
            <p:spPr>
              <a:xfrm>
                <a:off x="11848422" y="6053477"/>
                <a:ext cx="113588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chemeClr val="accent6">
                        <a:lumMod val="50000"/>
                      </a:schemeClr>
                    </a:solidFill>
                  </a:rPr>
                  <a:t>contain</a:t>
                </a:r>
                <a:endParaRPr lang="zh-CN" altLang="en-US" sz="2400" b="1" dirty="0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  <p:grpSp>
            <p:nvGrpSpPr>
              <p:cNvPr id="121" name="组合 120">
                <a:extLst>
                  <a:ext uri="{FF2B5EF4-FFF2-40B4-BE49-F238E27FC236}">
                    <a16:creationId xmlns:a16="http://schemas.microsoft.com/office/drawing/2014/main" id="{EE67E743-F8BD-75C9-03AC-212B08CE1156}"/>
                  </a:ext>
                </a:extLst>
              </p:cNvPr>
              <p:cNvGrpSpPr/>
              <p:nvPr/>
            </p:nvGrpSpPr>
            <p:grpSpPr>
              <a:xfrm>
                <a:off x="10635678" y="3614050"/>
                <a:ext cx="3815678" cy="2425564"/>
                <a:chOff x="11023811" y="2844430"/>
                <a:chExt cx="3815678" cy="2425564"/>
              </a:xfrm>
            </p:grpSpPr>
            <p:sp>
              <p:nvSpPr>
                <p:cNvPr id="2" name="矩形: 圆角 1">
                  <a:extLst>
                    <a:ext uri="{FF2B5EF4-FFF2-40B4-BE49-F238E27FC236}">
                      <a16:creationId xmlns:a16="http://schemas.microsoft.com/office/drawing/2014/main" id="{42E3C4BA-9D30-3BBE-FC8F-1EE8C10AB62F}"/>
                    </a:ext>
                  </a:extLst>
                </p:cNvPr>
                <p:cNvSpPr/>
                <p:nvPr/>
              </p:nvSpPr>
              <p:spPr>
                <a:xfrm>
                  <a:off x="11023811" y="2844430"/>
                  <a:ext cx="3815678" cy="2425564"/>
                </a:xfrm>
                <a:prstGeom prst="roundRect">
                  <a:avLst/>
                </a:prstGeom>
                <a:solidFill>
                  <a:srgbClr val="FBEBF1">
                    <a:alpha val="60000"/>
                  </a:srgb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96" name="文本框 95">
                  <a:extLst>
                    <a:ext uri="{FF2B5EF4-FFF2-40B4-BE49-F238E27FC236}">
                      <a16:creationId xmlns:a16="http://schemas.microsoft.com/office/drawing/2014/main" id="{A3ADED2F-3790-A72A-2C86-02A19CD47494}"/>
                    </a:ext>
                  </a:extLst>
                </p:cNvPr>
                <p:cNvSpPr txBox="1"/>
                <p:nvPr/>
              </p:nvSpPr>
              <p:spPr>
                <a:xfrm>
                  <a:off x="11173261" y="2945177"/>
                  <a:ext cx="3465604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sz="2400" b="1" dirty="0">
                      <a:solidFill>
                        <a:schemeClr val="accent4">
                          <a:lumMod val="75000"/>
                        </a:schemeClr>
                      </a:solidFill>
                    </a:rPr>
                    <a:t>Global</a:t>
                  </a:r>
                  <a:r>
                    <a:rPr lang="en-US" altLang="zh-CN" sz="2000" dirty="0">
                      <a:solidFill>
                        <a:schemeClr val="tx1"/>
                      </a:solidFill>
                    </a:rPr>
                    <a:t> </a:t>
                  </a:r>
                  <a:r>
                    <a:rPr lang="en-US" altLang="zh-CN" dirty="0">
                      <a:solidFill>
                        <a:schemeClr val="tx1"/>
                      </a:solidFill>
                    </a:rPr>
                    <a:t>evt_0055 [23:45–24:40] </a:t>
                  </a:r>
                  <a:endParaRPr lang="zh-CN" altLang="en-US" dirty="0"/>
                </a:p>
              </p:txBody>
            </p:sp>
            <p:sp>
              <p:nvSpPr>
                <p:cNvPr id="101" name="矩形: 圆角 100">
                  <a:extLst>
                    <a:ext uri="{FF2B5EF4-FFF2-40B4-BE49-F238E27FC236}">
                      <a16:creationId xmlns:a16="http://schemas.microsoft.com/office/drawing/2014/main" id="{8EBE8F97-AE9F-E6D3-500F-7ABFDF1C82FF}"/>
                    </a:ext>
                  </a:extLst>
                </p:cNvPr>
                <p:cNvSpPr/>
                <p:nvPr/>
              </p:nvSpPr>
              <p:spPr>
                <a:xfrm>
                  <a:off x="11466647" y="3450031"/>
                  <a:ext cx="1013220" cy="46275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tx1"/>
                      </a:solidFill>
                    </a:rPr>
                    <a:t>Woman</a:t>
                  </a:r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4" name="矩形: 圆角 103">
                  <a:extLst>
                    <a:ext uri="{FF2B5EF4-FFF2-40B4-BE49-F238E27FC236}">
                      <a16:creationId xmlns:a16="http://schemas.microsoft.com/office/drawing/2014/main" id="{6A64FF70-780B-4639-01C6-E5CA15458311}"/>
                    </a:ext>
                  </a:extLst>
                </p:cNvPr>
                <p:cNvSpPr/>
                <p:nvPr/>
              </p:nvSpPr>
              <p:spPr>
                <a:xfrm>
                  <a:off x="13493087" y="3450031"/>
                  <a:ext cx="1013220" cy="46275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tx1"/>
                      </a:solidFill>
                    </a:rPr>
                    <a:t>Man</a:t>
                  </a:r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5" name="矩形: 圆角 104">
                  <a:extLst>
                    <a:ext uri="{FF2B5EF4-FFF2-40B4-BE49-F238E27FC236}">
                      <a16:creationId xmlns:a16="http://schemas.microsoft.com/office/drawing/2014/main" id="{86CDC473-E45A-EE2C-84CA-17870167895C}"/>
                    </a:ext>
                  </a:extLst>
                </p:cNvPr>
                <p:cNvSpPr/>
                <p:nvPr/>
              </p:nvSpPr>
              <p:spPr>
                <a:xfrm>
                  <a:off x="11466647" y="4562691"/>
                  <a:ext cx="1013220" cy="46275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tx1"/>
                      </a:solidFill>
                    </a:rPr>
                    <a:t>Building</a:t>
                  </a:r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107" name="直接箭头连接符 106">
                  <a:extLst>
                    <a:ext uri="{FF2B5EF4-FFF2-40B4-BE49-F238E27FC236}">
                      <a16:creationId xmlns:a16="http://schemas.microsoft.com/office/drawing/2014/main" id="{6D603FEA-4D04-CC97-CA0A-3EC0ECABFF4D}"/>
                    </a:ext>
                  </a:extLst>
                </p:cNvPr>
                <p:cNvCxnSpPr>
                  <a:stCxn id="101" idx="2"/>
                  <a:endCxn id="105" idx="0"/>
                </p:cNvCxnSpPr>
                <p:nvPr/>
              </p:nvCxnSpPr>
              <p:spPr>
                <a:xfrm>
                  <a:off x="11973257" y="3912787"/>
                  <a:ext cx="0" cy="649904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8" name="矩形 107">
                  <a:extLst>
                    <a:ext uri="{FF2B5EF4-FFF2-40B4-BE49-F238E27FC236}">
                      <a16:creationId xmlns:a16="http://schemas.microsoft.com/office/drawing/2014/main" id="{97BE1042-2B32-9E95-2175-36DFA8E64665}"/>
                    </a:ext>
                  </a:extLst>
                </p:cNvPr>
                <p:cNvSpPr/>
                <p:nvPr/>
              </p:nvSpPr>
              <p:spPr>
                <a:xfrm>
                  <a:off x="11466652" y="4131255"/>
                  <a:ext cx="1013215" cy="192519"/>
                </a:xfrm>
                <a:prstGeom prst="rect">
                  <a:avLst/>
                </a:prstGeom>
                <a:solidFill>
                  <a:srgbClr val="F9EFF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>
                      <a:solidFill>
                        <a:schemeClr val="tx1"/>
                      </a:solidFill>
                    </a:rPr>
                    <a:t>entering</a:t>
                  </a:r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110" name="直接箭头连接符 109">
                  <a:extLst>
                    <a:ext uri="{FF2B5EF4-FFF2-40B4-BE49-F238E27FC236}">
                      <a16:creationId xmlns:a16="http://schemas.microsoft.com/office/drawing/2014/main" id="{C052FBA8-1EC4-54E0-A74F-B6F3745EDF66}"/>
                    </a:ext>
                  </a:extLst>
                </p:cNvPr>
                <p:cNvCxnSpPr>
                  <a:cxnSpLocks/>
                  <a:stCxn id="104" idx="1"/>
                  <a:endCxn id="101" idx="3"/>
                </p:cNvCxnSpPr>
                <p:nvPr/>
              </p:nvCxnSpPr>
              <p:spPr>
                <a:xfrm flipH="1">
                  <a:off x="12479867" y="3681409"/>
                  <a:ext cx="1013220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5" name="矩形 114">
                  <a:extLst>
                    <a:ext uri="{FF2B5EF4-FFF2-40B4-BE49-F238E27FC236}">
                      <a16:creationId xmlns:a16="http://schemas.microsoft.com/office/drawing/2014/main" id="{11759E44-7529-DA46-737A-6EF68F93C488}"/>
                    </a:ext>
                  </a:extLst>
                </p:cNvPr>
                <p:cNvSpPr/>
                <p:nvPr/>
              </p:nvSpPr>
              <p:spPr>
                <a:xfrm>
                  <a:off x="12731647" y="3600395"/>
                  <a:ext cx="509660" cy="192519"/>
                </a:xfrm>
                <a:prstGeom prst="rect">
                  <a:avLst/>
                </a:prstGeom>
                <a:solidFill>
                  <a:srgbClr val="F9EFF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9" name="矩形 118">
                  <a:extLst>
                    <a:ext uri="{FF2B5EF4-FFF2-40B4-BE49-F238E27FC236}">
                      <a16:creationId xmlns:a16="http://schemas.microsoft.com/office/drawing/2014/main" id="{62736960-DBE0-C709-A560-958A8218510E}"/>
                    </a:ext>
                  </a:extLst>
                </p:cNvPr>
                <p:cNvSpPr/>
                <p:nvPr/>
              </p:nvSpPr>
              <p:spPr>
                <a:xfrm>
                  <a:off x="12627111" y="3585149"/>
                  <a:ext cx="718732" cy="192519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>
                      <a:solidFill>
                        <a:schemeClr val="tx1"/>
                      </a:solidFill>
                    </a:rPr>
                    <a:t>follow</a:t>
                  </a:r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5" name="矩形: 圆角 4">
                <a:extLst>
                  <a:ext uri="{FF2B5EF4-FFF2-40B4-BE49-F238E27FC236}">
                    <a16:creationId xmlns:a16="http://schemas.microsoft.com/office/drawing/2014/main" id="{10ECFB0D-2CD8-EC5E-2768-FA8E612E27A8}"/>
                  </a:ext>
                </a:extLst>
              </p:cNvPr>
              <p:cNvSpPr/>
              <p:nvPr/>
            </p:nvSpPr>
            <p:spPr>
              <a:xfrm>
                <a:off x="11078514" y="7325403"/>
                <a:ext cx="1013220" cy="462756"/>
              </a:xfrm>
              <a:prstGeom prst="roundRect">
                <a:avLst>
                  <a:gd name="adj" fmla="val 50000"/>
                </a:avLst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schemeClr val="tx1"/>
                    </a:solidFill>
                  </a:rPr>
                  <a:t>Woman</a:t>
                </a:r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A467544E-7BC9-6606-E7B7-D51DB49D1BCC}"/>
                  </a:ext>
                </a:extLst>
              </p:cNvPr>
              <p:cNvSpPr txBox="1"/>
              <p:nvPr/>
            </p:nvSpPr>
            <p:spPr>
              <a:xfrm>
                <a:off x="10688337" y="6694410"/>
                <a:ext cx="377471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2400" b="1" dirty="0">
                    <a:solidFill>
                      <a:schemeClr val="accent2">
                        <a:lumMod val="75000"/>
                      </a:schemeClr>
                    </a:solidFill>
                  </a:rPr>
                  <a:t>Segment</a:t>
                </a:r>
                <a:r>
                  <a:rPr lang="en-US" altLang="zh-CN" sz="2000" b="1" dirty="0">
                    <a:solidFill>
                      <a:schemeClr val="accent2">
                        <a:lumMod val="75000"/>
                      </a:schemeClr>
                    </a:solidFill>
                  </a:rPr>
                  <a:t> </a:t>
                </a:r>
                <a:r>
                  <a:rPr lang="en-US" altLang="zh-CN" dirty="0"/>
                  <a:t>seg_0058 [23:45–24:15]</a:t>
                </a:r>
                <a:endParaRPr lang="zh-CN" altLang="en-US" sz="1800" dirty="0"/>
              </a:p>
            </p:txBody>
          </p:sp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8C87A32B-6C12-3EE9-085E-A92948D8F1A5}"/>
                  </a:ext>
                </a:extLst>
              </p:cNvPr>
              <p:cNvSpPr txBox="1"/>
              <p:nvPr/>
            </p:nvSpPr>
            <p:spPr>
              <a:xfrm>
                <a:off x="14659971" y="6696578"/>
                <a:ext cx="377471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2400" b="1" dirty="0">
                    <a:solidFill>
                      <a:schemeClr val="accent2">
                        <a:lumMod val="75000"/>
                      </a:schemeClr>
                    </a:solidFill>
                  </a:rPr>
                  <a:t>Segment</a:t>
                </a:r>
                <a:r>
                  <a:rPr lang="en-US" altLang="zh-CN" sz="2000" b="1" dirty="0">
                    <a:solidFill>
                      <a:schemeClr val="accent2">
                        <a:lumMod val="75000"/>
                      </a:schemeClr>
                    </a:solidFill>
                  </a:rPr>
                  <a:t> </a:t>
                </a:r>
                <a:r>
                  <a:rPr lang="en-US" altLang="zh-CN" dirty="0"/>
                  <a:t>seg_ 0059 [24:15–24:40]</a:t>
                </a:r>
                <a:endParaRPr lang="zh-CN" altLang="en-US" sz="1800" dirty="0"/>
              </a:p>
            </p:txBody>
          </p:sp>
          <p:sp>
            <p:nvSpPr>
              <p:cNvPr id="9" name="矩形: 圆角 8">
                <a:extLst>
                  <a:ext uri="{FF2B5EF4-FFF2-40B4-BE49-F238E27FC236}">
                    <a16:creationId xmlns:a16="http://schemas.microsoft.com/office/drawing/2014/main" id="{C6B0ECDB-6E3B-189C-7FA5-9E0029F2CA50}"/>
                  </a:ext>
                </a:extLst>
              </p:cNvPr>
              <p:cNvSpPr/>
              <p:nvPr/>
            </p:nvSpPr>
            <p:spPr>
              <a:xfrm>
                <a:off x="13025706" y="7325403"/>
                <a:ext cx="1013220" cy="462756"/>
              </a:xfrm>
              <a:prstGeom prst="roundRect">
                <a:avLst>
                  <a:gd name="adj" fmla="val 50000"/>
                </a:avLst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schemeClr val="tx1"/>
                    </a:solidFill>
                  </a:rPr>
                  <a:t>Man</a:t>
                </a:r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矩形: 圆角 10">
                <a:extLst>
                  <a:ext uri="{FF2B5EF4-FFF2-40B4-BE49-F238E27FC236}">
                    <a16:creationId xmlns:a16="http://schemas.microsoft.com/office/drawing/2014/main" id="{09949133-D363-019F-40A4-FA9DB0177857}"/>
                  </a:ext>
                </a:extLst>
              </p:cNvPr>
              <p:cNvSpPr/>
              <p:nvPr/>
            </p:nvSpPr>
            <p:spPr>
              <a:xfrm>
                <a:off x="11078514" y="8461272"/>
                <a:ext cx="1013220" cy="462756"/>
              </a:xfrm>
              <a:prstGeom prst="roundRect">
                <a:avLst>
                  <a:gd name="adj" fmla="val 50000"/>
                </a:avLst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schemeClr val="tx1"/>
                    </a:solidFill>
                  </a:rPr>
                  <a:t>Building</a:t>
                </a:r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矩形: 圆角 11">
                <a:extLst>
                  <a:ext uri="{FF2B5EF4-FFF2-40B4-BE49-F238E27FC236}">
                    <a16:creationId xmlns:a16="http://schemas.microsoft.com/office/drawing/2014/main" id="{4919F897-F869-3409-BBAC-C26BB9E4797E}"/>
                  </a:ext>
                </a:extLst>
              </p:cNvPr>
              <p:cNvSpPr/>
              <p:nvPr/>
            </p:nvSpPr>
            <p:spPr>
              <a:xfrm>
                <a:off x="13025706" y="8461272"/>
                <a:ext cx="1013220" cy="462756"/>
              </a:xfrm>
              <a:prstGeom prst="roundRect">
                <a:avLst>
                  <a:gd name="adj" fmla="val 50000"/>
                </a:avLst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schemeClr val="tx1"/>
                    </a:solidFill>
                  </a:rPr>
                  <a:t>Shoe</a:t>
                </a:r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5" name="直接箭头连接符 14">
                <a:extLst>
                  <a:ext uri="{FF2B5EF4-FFF2-40B4-BE49-F238E27FC236}">
                    <a16:creationId xmlns:a16="http://schemas.microsoft.com/office/drawing/2014/main" id="{1B48B895-D47B-B529-5B1C-EEF0E0513AD6}"/>
                  </a:ext>
                </a:extLst>
              </p:cNvPr>
              <p:cNvCxnSpPr>
                <a:cxnSpLocks/>
                <a:stCxn id="5" idx="3"/>
                <a:endCxn id="9" idx="1"/>
              </p:cNvCxnSpPr>
              <p:nvPr/>
            </p:nvCxnSpPr>
            <p:spPr>
              <a:xfrm>
                <a:off x="12091734" y="7556781"/>
                <a:ext cx="933972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0415C1DE-8C9C-6155-1445-1015E6E1B9CF}"/>
                  </a:ext>
                </a:extLst>
              </p:cNvPr>
              <p:cNvSpPr/>
              <p:nvPr/>
            </p:nvSpPr>
            <p:spPr>
              <a:xfrm>
                <a:off x="12354412" y="7439459"/>
                <a:ext cx="440055" cy="224797"/>
              </a:xfrm>
              <a:prstGeom prst="rect">
                <a:avLst/>
              </a:prstGeom>
              <a:solidFill>
                <a:srgbClr val="E8CFE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4A5EA0E1-55AE-F9E8-6914-4CEACBF07E0C}"/>
                  </a:ext>
                </a:extLst>
              </p:cNvPr>
              <p:cNvSpPr/>
              <p:nvPr/>
            </p:nvSpPr>
            <p:spPr>
              <a:xfrm>
                <a:off x="11989306" y="7447169"/>
                <a:ext cx="1172779" cy="1925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in</a:t>
                </a:r>
              </a:p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front</a:t>
                </a:r>
              </a:p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of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5" name="直接箭头连接符 24">
                <a:extLst>
                  <a:ext uri="{FF2B5EF4-FFF2-40B4-BE49-F238E27FC236}">
                    <a16:creationId xmlns:a16="http://schemas.microsoft.com/office/drawing/2014/main" id="{FCDA16C7-9257-68D9-E607-42392C07471C}"/>
                  </a:ext>
                </a:extLst>
              </p:cNvPr>
              <p:cNvCxnSpPr>
                <a:cxnSpLocks/>
                <a:stCxn id="5" idx="2"/>
                <a:endCxn id="11" idx="0"/>
              </p:cNvCxnSpPr>
              <p:nvPr/>
            </p:nvCxnSpPr>
            <p:spPr>
              <a:xfrm>
                <a:off x="11585124" y="7788159"/>
                <a:ext cx="0" cy="673113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箭头连接符 27">
                <a:extLst>
                  <a:ext uri="{FF2B5EF4-FFF2-40B4-BE49-F238E27FC236}">
                    <a16:creationId xmlns:a16="http://schemas.microsoft.com/office/drawing/2014/main" id="{52580A9F-2C9D-E362-0510-C81FEA6F3AE5}"/>
                  </a:ext>
                </a:extLst>
              </p:cNvPr>
              <p:cNvCxnSpPr>
                <a:cxnSpLocks/>
                <a:stCxn id="9" idx="2"/>
                <a:endCxn id="12" idx="0"/>
              </p:cNvCxnSpPr>
              <p:nvPr/>
            </p:nvCxnSpPr>
            <p:spPr>
              <a:xfrm>
                <a:off x="13532316" y="7788159"/>
                <a:ext cx="0" cy="673113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B8B47E5E-0336-D411-594B-BAB457388E4F}"/>
                  </a:ext>
                </a:extLst>
              </p:cNvPr>
              <p:cNvSpPr/>
              <p:nvPr/>
            </p:nvSpPr>
            <p:spPr>
              <a:xfrm>
                <a:off x="11138388" y="8001333"/>
                <a:ext cx="850914" cy="179030"/>
              </a:xfrm>
              <a:prstGeom prst="rect">
                <a:avLst/>
              </a:prstGeom>
              <a:solidFill>
                <a:srgbClr val="E8CFE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dirty="0"/>
              </a:p>
            </p:txBody>
          </p:sp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566288A2-5BAE-47BC-D800-99545DFB98A7}"/>
                  </a:ext>
                </a:extLst>
              </p:cNvPr>
              <p:cNvSpPr/>
              <p:nvPr/>
            </p:nvSpPr>
            <p:spPr>
              <a:xfrm>
                <a:off x="10998734" y="7977659"/>
                <a:ext cx="1172779" cy="1925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entering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AE89D5DF-6931-10C2-2567-CD028FB52251}"/>
                  </a:ext>
                </a:extLst>
              </p:cNvPr>
              <p:cNvSpPr/>
              <p:nvPr/>
            </p:nvSpPr>
            <p:spPr>
              <a:xfrm>
                <a:off x="13089759" y="8001333"/>
                <a:ext cx="850914" cy="179030"/>
              </a:xfrm>
              <a:prstGeom prst="rect">
                <a:avLst/>
              </a:prstGeom>
              <a:solidFill>
                <a:srgbClr val="E8CFE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33670C77-7B90-C4B2-B249-76A7734C8E5F}"/>
                  </a:ext>
                </a:extLst>
              </p:cNvPr>
              <p:cNvSpPr/>
              <p:nvPr/>
            </p:nvSpPr>
            <p:spPr>
              <a:xfrm>
                <a:off x="12950105" y="7977659"/>
                <a:ext cx="1172779" cy="1925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finding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43" name="直接箭头连接符 42">
                <a:extLst>
                  <a:ext uri="{FF2B5EF4-FFF2-40B4-BE49-F238E27FC236}">
                    <a16:creationId xmlns:a16="http://schemas.microsoft.com/office/drawing/2014/main" id="{B237183F-A309-13A7-1E61-E81F9A4E35C2}"/>
                  </a:ext>
                </a:extLst>
              </p:cNvPr>
              <p:cNvCxnSpPr/>
              <p:nvPr/>
            </p:nvCxnSpPr>
            <p:spPr>
              <a:xfrm>
                <a:off x="12431269" y="9235853"/>
                <a:ext cx="0" cy="543717"/>
              </a:xfrm>
              <a:prstGeom prst="straightConnector1">
                <a:avLst/>
              </a:prstGeom>
              <a:ln w="57150"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51F6CB0B-B253-4139-A091-3FA55B83D4A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431269" y="9474770"/>
                <a:ext cx="1898628" cy="0"/>
              </a:xfrm>
              <a:prstGeom prst="line">
                <a:avLst/>
              </a:prstGeom>
              <a:ln w="5715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箭头连接符 44">
                <a:extLst>
                  <a:ext uri="{FF2B5EF4-FFF2-40B4-BE49-F238E27FC236}">
                    <a16:creationId xmlns:a16="http://schemas.microsoft.com/office/drawing/2014/main" id="{0D0E7D21-86F9-7D79-4840-153BCBE3EBE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301147" y="9474770"/>
                <a:ext cx="0" cy="321642"/>
              </a:xfrm>
              <a:prstGeom prst="straightConnector1">
                <a:avLst/>
              </a:prstGeom>
              <a:ln w="57150"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095961CE-922B-AD15-4AE5-98EA28B98B62}"/>
                  </a:ext>
                </a:extLst>
              </p:cNvPr>
              <p:cNvSpPr txBox="1"/>
              <p:nvPr/>
            </p:nvSpPr>
            <p:spPr>
              <a:xfrm>
                <a:off x="11218524" y="9246827"/>
                <a:ext cx="113588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chemeClr val="accent6">
                        <a:lumMod val="50000"/>
                      </a:schemeClr>
                    </a:solidFill>
                  </a:rPr>
                  <a:t>contain</a:t>
                </a:r>
                <a:endParaRPr lang="zh-CN" altLang="en-US" sz="2400" b="1" dirty="0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  <p:grpSp>
            <p:nvGrpSpPr>
              <p:cNvPr id="123" name="组合 122">
                <a:extLst>
                  <a:ext uri="{FF2B5EF4-FFF2-40B4-BE49-F238E27FC236}">
                    <a16:creationId xmlns:a16="http://schemas.microsoft.com/office/drawing/2014/main" id="{18E10349-3117-E9E0-F316-C3E3EB9E2143}"/>
                  </a:ext>
                </a:extLst>
              </p:cNvPr>
              <p:cNvGrpSpPr/>
              <p:nvPr/>
            </p:nvGrpSpPr>
            <p:grpSpPr>
              <a:xfrm>
                <a:off x="10604681" y="9798448"/>
                <a:ext cx="2515793" cy="2390761"/>
                <a:chOff x="10992814" y="9028828"/>
                <a:chExt cx="2515793" cy="2390761"/>
              </a:xfrm>
            </p:grpSpPr>
            <p:sp>
              <p:nvSpPr>
                <p:cNvPr id="10" name="矩形: 圆角 9">
                  <a:extLst>
                    <a:ext uri="{FF2B5EF4-FFF2-40B4-BE49-F238E27FC236}">
                      <a16:creationId xmlns:a16="http://schemas.microsoft.com/office/drawing/2014/main" id="{C0C68250-931C-6B82-17A0-5CB233E90AE6}"/>
                    </a:ext>
                  </a:extLst>
                </p:cNvPr>
                <p:cNvSpPr/>
                <p:nvPr/>
              </p:nvSpPr>
              <p:spPr>
                <a:xfrm>
                  <a:off x="10992814" y="9028828"/>
                  <a:ext cx="2425490" cy="2390761"/>
                </a:xfrm>
                <a:prstGeom prst="roundRect">
                  <a:avLst/>
                </a:prstGeom>
                <a:solidFill>
                  <a:srgbClr val="ADA5CE">
                    <a:alpha val="50000"/>
                  </a:srgb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8" name="文本框 47">
                  <a:extLst>
                    <a:ext uri="{FF2B5EF4-FFF2-40B4-BE49-F238E27FC236}">
                      <a16:creationId xmlns:a16="http://schemas.microsoft.com/office/drawing/2014/main" id="{216AF907-C06B-0876-5610-824BB5B02CE8}"/>
                    </a:ext>
                  </a:extLst>
                </p:cNvPr>
                <p:cNvSpPr txBox="1"/>
                <p:nvPr/>
              </p:nvSpPr>
              <p:spPr>
                <a:xfrm>
                  <a:off x="11079622" y="9130020"/>
                  <a:ext cx="1297813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zh-CN" sz="2400" b="1" dirty="0">
                      <a:solidFill>
                        <a:srgbClr val="7030A0"/>
                      </a:solidFill>
                    </a:rPr>
                    <a:t>Frame</a:t>
                  </a:r>
                  <a:endParaRPr lang="zh-CN" altLang="en-US" sz="1800" dirty="0">
                    <a:solidFill>
                      <a:srgbClr val="7030A0"/>
                    </a:solidFill>
                  </a:endParaRPr>
                </a:p>
              </p:txBody>
            </p:sp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99391ACA-C880-4759-59D8-3B1A4F222221}"/>
                    </a:ext>
                  </a:extLst>
                </p:cNvPr>
                <p:cNvSpPr txBox="1"/>
                <p:nvPr/>
              </p:nvSpPr>
              <p:spPr>
                <a:xfrm>
                  <a:off x="11076470" y="9510971"/>
                  <a:ext cx="2432137" cy="37807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dirty="0"/>
                    <a:t>fra</a:t>
                  </a:r>
                  <a:r>
                    <a:rPr lang="en-US" altLang="zh-CN" sz="1800" dirty="0">
                      <a:solidFill>
                        <a:schemeClr val="tx1"/>
                      </a:solidFill>
                    </a:rPr>
                    <a:t>_0064 [24:00–24:05]</a:t>
                  </a:r>
                  <a:endParaRPr lang="zh-CN" altLang="en-US" dirty="0"/>
                </a:p>
              </p:txBody>
            </p:sp>
            <p:sp>
              <p:nvSpPr>
                <p:cNvPr id="58" name="矩形: 圆角 57">
                  <a:extLst>
                    <a:ext uri="{FF2B5EF4-FFF2-40B4-BE49-F238E27FC236}">
                      <a16:creationId xmlns:a16="http://schemas.microsoft.com/office/drawing/2014/main" id="{917627A5-5F16-9A32-8239-2E17E0D33C46}"/>
                    </a:ext>
                  </a:extLst>
                </p:cNvPr>
                <p:cNvSpPr/>
                <p:nvPr/>
              </p:nvSpPr>
              <p:spPr>
                <a:xfrm>
                  <a:off x="11212113" y="9923759"/>
                  <a:ext cx="1013220" cy="46275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tx1"/>
                      </a:solidFill>
                    </a:rPr>
                    <a:t>Woman</a:t>
                  </a:r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9" name="矩形: 圆角 58">
                  <a:extLst>
                    <a:ext uri="{FF2B5EF4-FFF2-40B4-BE49-F238E27FC236}">
                      <a16:creationId xmlns:a16="http://schemas.microsoft.com/office/drawing/2014/main" id="{43A6AE3E-EA4E-3FC6-4FBB-C53BCB0A7FF7}"/>
                    </a:ext>
                  </a:extLst>
                </p:cNvPr>
                <p:cNvSpPr/>
                <p:nvPr/>
              </p:nvSpPr>
              <p:spPr>
                <a:xfrm>
                  <a:off x="12235935" y="10799762"/>
                  <a:ext cx="1013220" cy="46275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tx1"/>
                      </a:solidFill>
                    </a:rPr>
                    <a:t>Book</a:t>
                  </a:r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60" name="直接箭头连接符 59">
                  <a:extLst>
                    <a:ext uri="{FF2B5EF4-FFF2-40B4-BE49-F238E27FC236}">
                      <a16:creationId xmlns:a16="http://schemas.microsoft.com/office/drawing/2014/main" id="{BEF9B39A-B9AE-7385-1D86-EF12E1F15E7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772722" y="10155137"/>
                  <a:ext cx="0" cy="632866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直接连接符 66">
                  <a:extLst>
                    <a:ext uri="{FF2B5EF4-FFF2-40B4-BE49-F238E27FC236}">
                      <a16:creationId xmlns:a16="http://schemas.microsoft.com/office/drawing/2014/main" id="{53F56878-9BAF-FA50-23B7-65D8A01408C7}"/>
                    </a:ext>
                  </a:extLst>
                </p:cNvPr>
                <p:cNvCxnSpPr>
                  <a:cxnSpLocks/>
                  <a:stCxn id="58" idx="3"/>
                </p:cNvCxnSpPr>
                <p:nvPr/>
              </p:nvCxnSpPr>
              <p:spPr>
                <a:xfrm>
                  <a:off x="12225333" y="10155137"/>
                  <a:ext cx="554360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80" name="矩形 79">
                  <a:extLst>
                    <a:ext uri="{FF2B5EF4-FFF2-40B4-BE49-F238E27FC236}">
                      <a16:creationId xmlns:a16="http://schemas.microsoft.com/office/drawing/2014/main" id="{2A7C1A67-B859-5EB8-0040-7D5F0C9374F9}"/>
                    </a:ext>
                  </a:extLst>
                </p:cNvPr>
                <p:cNvSpPr/>
                <p:nvPr/>
              </p:nvSpPr>
              <p:spPr>
                <a:xfrm>
                  <a:off x="12439073" y="10036698"/>
                  <a:ext cx="730852" cy="224121"/>
                </a:xfrm>
                <a:prstGeom prst="rect">
                  <a:avLst/>
                </a:prstGeom>
                <a:solidFill>
                  <a:srgbClr val="D0CCE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>
                      <a:solidFill>
                        <a:schemeClr val="tx1"/>
                      </a:solidFill>
                    </a:rPr>
                    <a:t>holding</a:t>
                  </a:r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24" name="组合 123">
                <a:extLst>
                  <a:ext uri="{FF2B5EF4-FFF2-40B4-BE49-F238E27FC236}">
                    <a16:creationId xmlns:a16="http://schemas.microsoft.com/office/drawing/2014/main" id="{80BBDF32-0C32-FCAC-C86D-3F5ABBA30424}"/>
                  </a:ext>
                </a:extLst>
              </p:cNvPr>
              <p:cNvGrpSpPr/>
              <p:nvPr/>
            </p:nvGrpSpPr>
            <p:grpSpPr>
              <a:xfrm>
                <a:off x="13279335" y="9798448"/>
                <a:ext cx="2535655" cy="2390761"/>
                <a:chOff x="13839957" y="9028828"/>
                <a:chExt cx="2535655" cy="2390761"/>
              </a:xfrm>
            </p:grpSpPr>
            <p:sp>
              <p:nvSpPr>
                <p:cNvPr id="75" name="矩形: 圆角 74">
                  <a:extLst>
                    <a:ext uri="{FF2B5EF4-FFF2-40B4-BE49-F238E27FC236}">
                      <a16:creationId xmlns:a16="http://schemas.microsoft.com/office/drawing/2014/main" id="{B241A2E9-2E62-4A32-DAFA-B63CF37DD82C}"/>
                    </a:ext>
                  </a:extLst>
                </p:cNvPr>
                <p:cNvSpPr/>
                <p:nvPr/>
              </p:nvSpPr>
              <p:spPr>
                <a:xfrm>
                  <a:off x="13839957" y="9028828"/>
                  <a:ext cx="2425490" cy="2390761"/>
                </a:xfrm>
                <a:prstGeom prst="roundRect">
                  <a:avLst/>
                </a:prstGeom>
                <a:solidFill>
                  <a:srgbClr val="ADA5CE">
                    <a:alpha val="50000"/>
                  </a:srgb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4AA579D7-CFD7-5D27-F154-E6CE6A3F274F}"/>
                    </a:ext>
                  </a:extLst>
                </p:cNvPr>
                <p:cNvSpPr txBox="1"/>
                <p:nvPr/>
              </p:nvSpPr>
              <p:spPr>
                <a:xfrm>
                  <a:off x="13920449" y="9130020"/>
                  <a:ext cx="1297813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zh-CN" sz="2400" b="1" dirty="0">
                      <a:solidFill>
                        <a:srgbClr val="7030A0"/>
                      </a:solidFill>
                    </a:rPr>
                    <a:t>Frame</a:t>
                  </a:r>
                  <a:endParaRPr lang="zh-CN" altLang="en-US" sz="1800" dirty="0">
                    <a:solidFill>
                      <a:srgbClr val="7030A0"/>
                    </a:solidFill>
                  </a:endParaRPr>
                </a:p>
              </p:txBody>
            </p:sp>
            <p:sp>
              <p:nvSpPr>
                <p:cNvPr id="54" name="文本框 53">
                  <a:extLst>
                    <a:ext uri="{FF2B5EF4-FFF2-40B4-BE49-F238E27FC236}">
                      <a16:creationId xmlns:a16="http://schemas.microsoft.com/office/drawing/2014/main" id="{0D25F75A-B98B-EC39-1FF8-C8F4C64ED6BD}"/>
                    </a:ext>
                  </a:extLst>
                </p:cNvPr>
                <p:cNvSpPr txBox="1"/>
                <p:nvPr/>
              </p:nvSpPr>
              <p:spPr>
                <a:xfrm>
                  <a:off x="13943475" y="9512713"/>
                  <a:ext cx="2432137" cy="37807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dirty="0"/>
                    <a:t>fra</a:t>
                  </a:r>
                  <a:r>
                    <a:rPr lang="en-US" altLang="zh-CN" sz="1800" dirty="0">
                      <a:solidFill>
                        <a:schemeClr val="tx1"/>
                      </a:solidFill>
                    </a:rPr>
                    <a:t>_0065 [</a:t>
                  </a:r>
                  <a:r>
                    <a:rPr lang="en-US" altLang="zh-CN" dirty="0"/>
                    <a:t>24</a:t>
                  </a:r>
                  <a:r>
                    <a:rPr lang="en-US" altLang="zh-CN" sz="1800" dirty="0">
                      <a:solidFill>
                        <a:schemeClr val="tx1"/>
                      </a:solidFill>
                    </a:rPr>
                    <a:t>:05–24:10]</a:t>
                  </a:r>
                  <a:endParaRPr lang="zh-CN" altLang="en-US" dirty="0"/>
                </a:p>
              </p:txBody>
            </p:sp>
            <p:sp>
              <p:nvSpPr>
                <p:cNvPr id="81" name="矩形: 圆角 80">
                  <a:extLst>
                    <a:ext uri="{FF2B5EF4-FFF2-40B4-BE49-F238E27FC236}">
                      <a16:creationId xmlns:a16="http://schemas.microsoft.com/office/drawing/2014/main" id="{4472799C-1969-D82C-F6A1-DAF6B7B7799D}"/>
                    </a:ext>
                  </a:extLst>
                </p:cNvPr>
                <p:cNvSpPr/>
                <p:nvPr/>
              </p:nvSpPr>
              <p:spPr>
                <a:xfrm>
                  <a:off x="14057147" y="9937668"/>
                  <a:ext cx="1013220" cy="46275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tx1"/>
                      </a:solidFill>
                    </a:rPr>
                    <a:t>Man</a:t>
                  </a:r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3" name="矩形: 圆角 82">
                  <a:extLst>
                    <a:ext uri="{FF2B5EF4-FFF2-40B4-BE49-F238E27FC236}">
                      <a16:creationId xmlns:a16="http://schemas.microsoft.com/office/drawing/2014/main" id="{BB651A11-F822-4FDC-76EE-5DBFCFD45E4C}"/>
                    </a:ext>
                  </a:extLst>
                </p:cNvPr>
                <p:cNvSpPr/>
                <p:nvPr/>
              </p:nvSpPr>
              <p:spPr>
                <a:xfrm>
                  <a:off x="15080969" y="10813671"/>
                  <a:ext cx="1013220" cy="46275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tx1"/>
                      </a:solidFill>
                    </a:rPr>
                    <a:t>Woman</a:t>
                  </a:r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86" name="直接箭头连接符 85">
                  <a:extLst>
                    <a:ext uri="{FF2B5EF4-FFF2-40B4-BE49-F238E27FC236}">
                      <a16:creationId xmlns:a16="http://schemas.microsoft.com/office/drawing/2014/main" id="{5C7D4091-E2BE-72F8-BBF1-622EB9888C3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5617756" y="10169046"/>
                  <a:ext cx="0" cy="632866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" name="直接连接符 86">
                  <a:extLst>
                    <a:ext uri="{FF2B5EF4-FFF2-40B4-BE49-F238E27FC236}">
                      <a16:creationId xmlns:a16="http://schemas.microsoft.com/office/drawing/2014/main" id="{51177A02-A4B5-B9F4-F182-A1DFC40DD611}"/>
                    </a:ext>
                  </a:extLst>
                </p:cNvPr>
                <p:cNvCxnSpPr>
                  <a:cxnSpLocks/>
                  <a:stCxn id="81" idx="3"/>
                </p:cNvCxnSpPr>
                <p:nvPr/>
              </p:nvCxnSpPr>
              <p:spPr>
                <a:xfrm>
                  <a:off x="15070367" y="10169046"/>
                  <a:ext cx="554360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88" name="矩形 87">
                  <a:extLst>
                    <a:ext uri="{FF2B5EF4-FFF2-40B4-BE49-F238E27FC236}">
                      <a16:creationId xmlns:a16="http://schemas.microsoft.com/office/drawing/2014/main" id="{6F6368BF-DEA3-9B49-A853-5F91752DC12D}"/>
                    </a:ext>
                  </a:extLst>
                </p:cNvPr>
                <p:cNvSpPr/>
                <p:nvPr/>
              </p:nvSpPr>
              <p:spPr>
                <a:xfrm>
                  <a:off x="15310104" y="10066368"/>
                  <a:ext cx="695125" cy="231704"/>
                </a:xfrm>
                <a:prstGeom prst="rect">
                  <a:avLst/>
                </a:prstGeom>
                <a:solidFill>
                  <a:srgbClr val="D0CCE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>
                      <a:solidFill>
                        <a:schemeClr val="tx1"/>
                      </a:solidFill>
                    </a:rPr>
                    <a:t>behind</a:t>
                  </a:r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25" name="组合 124">
                <a:extLst>
                  <a:ext uri="{FF2B5EF4-FFF2-40B4-BE49-F238E27FC236}">
                    <a16:creationId xmlns:a16="http://schemas.microsoft.com/office/drawing/2014/main" id="{6270B86F-9350-C8A6-CC96-6B67D65D82BD}"/>
                  </a:ext>
                </a:extLst>
              </p:cNvPr>
              <p:cNvGrpSpPr/>
              <p:nvPr/>
            </p:nvGrpSpPr>
            <p:grpSpPr>
              <a:xfrm>
                <a:off x="15973852" y="9798448"/>
                <a:ext cx="2514722" cy="2390761"/>
                <a:chOff x="16687100" y="9028827"/>
                <a:chExt cx="2514722" cy="2390761"/>
              </a:xfrm>
            </p:grpSpPr>
            <p:sp>
              <p:nvSpPr>
                <p:cNvPr id="76" name="矩形: 圆角 75">
                  <a:extLst>
                    <a:ext uri="{FF2B5EF4-FFF2-40B4-BE49-F238E27FC236}">
                      <a16:creationId xmlns:a16="http://schemas.microsoft.com/office/drawing/2014/main" id="{23BC6D0D-64FA-4C0F-D952-C8F51E91E929}"/>
                    </a:ext>
                  </a:extLst>
                </p:cNvPr>
                <p:cNvSpPr/>
                <p:nvPr/>
              </p:nvSpPr>
              <p:spPr>
                <a:xfrm>
                  <a:off x="16687100" y="9028827"/>
                  <a:ext cx="2425490" cy="2390761"/>
                </a:xfrm>
                <a:prstGeom prst="roundRect">
                  <a:avLst/>
                </a:prstGeom>
                <a:solidFill>
                  <a:srgbClr val="ADA5CE">
                    <a:alpha val="50000"/>
                  </a:srgb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F8BC64C7-D6F5-AE40-12E6-FDF8E6042BAE}"/>
                    </a:ext>
                  </a:extLst>
                </p:cNvPr>
                <p:cNvSpPr txBox="1"/>
                <p:nvPr/>
              </p:nvSpPr>
              <p:spPr>
                <a:xfrm>
                  <a:off x="16800809" y="9130020"/>
                  <a:ext cx="1297813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zh-CN" sz="2400" b="1" dirty="0">
                      <a:solidFill>
                        <a:srgbClr val="7030A0"/>
                      </a:solidFill>
                    </a:rPr>
                    <a:t>Frame</a:t>
                  </a:r>
                  <a:endParaRPr lang="zh-CN" altLang="en-US" sz="1800" dirty="0">
                    <a:solidFill>
                      <a:srgbClr val="7030A0"/>
                    </a:solidFill>
                  </a:endParaRPr>
                </a:p>
              </p:txBody>
            </p:sp>
            <p:sp>
              <p:nvSpPr>
                <p:cNvPr id="57" name="文本框 56">
                  <a:extLst>
                    <a:ext uri="{FF2B5EF4-FFF2-40B4-BE49-F238E27FC236}">
                      <a16:creationId xmlns:a16="http://schemas.microsoft.com/office/drawing/2014/main" id="{AD61CB3A-4F60-E7DB-00B5-471611389520}"/>
                    </a:ext>
                  </a:extLst>
                </p:cNvPr>
                <p:cNvSpPr txBox="1"/>
                <p:nvPr/>
              </p:nvSpPr>
              <p:spPr>
                <a:xfrm>
                  <a:off x="16790563" y="9494313"/>
                  <a:ext cx="241125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dirty="0"/>
                    <a:t>fra</a:t>
                  </a:r>
                  <a:r>
                    <a:rPr lang="en-US" altLang="zh-CN" dirty="0">
                      <a:solidFill>
                        <a:schemeClr val="tx1"/>
                      </a:solidFill>
                    </a:rPr>
                    <a:t>_0086 [35:25–35:30] </a:t>
                  </a:r>
                  <a:endParaRPr lang="zh-CN" altLang="en-US" dirty="0"/>
                </a:p>
              </p:txBody>
            </p:sp>
            <p:sp>
              <p:nvSpPr>
                <p:cNvPr id="89" name="矩形: 圆角 88">
                  <a:extLst>
                    <a:ext uri="{FF2B5EF4-FFF2-40B4-BE49-F238E27FC236}">
                      <a16:creationId xmlns:a16="http://schemas.microsoft.com/office/drawing/2014/main" id="{E0238CA8-4741-361D-E1FC-03141EE27F06}"/>
                    </a:ext>
                  </a:extLst>
                </p:cNvPr>
                <p:cNvSpPr/>
                <p:nvPr/>
              </p:nvSpPr>
              <p:spPr>
                <a:xfrm>
                  <a:off x="16921910" y="9955978"/>
                  <a:ext cx="764591" cy="46275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tx1"/>
                      </a:solidFill>
                    </a:rPr>
                    <a:t>Man</a:t>
                  </a:r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0" name="矩形: 圆角 89">
                  <a:extLst>
                    <a:ext uri="{FF2B5EF4-FFF2-40B4-BE49-F238E27FC236}">
                      <a16:creationId xmlns:a16="http://schemas.microsoft.com/office/drawing/2014/main" id="{9AA036DB-96A0-361B-5141-41814E13A450}"/>
                    </a:ext>
                  </a:extLst>
                </p:cNvPr>
                <p:cNvSpPr/>
                <p:nvPr/>
              </p:nvSpPr>
              <p:spPr>
                <a:xfrm>
                  <a:off x="18071650" y="10815938"/>
                  <a:ext cx="758520" cy="46275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tx1"/>
                      </a:solidFill>
                    </a:rPr>
                    <a:t>Book</a:t>
                  </a:r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91" name="直接箭头连接符 90">
                  <a:extLst>
                    <a:ext uri="{FF2B5EF4-FFF2-40B4-BE49-F238E27FC236}">
                      <a16:creationId xmlns:a16="http://schemas.microsoft.com/office/drawing/2014/main" id="{839C3532-52A7-E3E4-292B-20EFB917220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8450910" y="10175205"/>
                  <a:ext cx="0" cy="632866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直接连接符 91">
                  <a:extLst>
                    <a:ext uri="{FF2B5EF4-FFF2-40B4-BE49-F238E27FC236}">
                      <a16:creationId xmlns:a16="http://schemas.microsoft.com/office/drawing/2014/main" id="{9AFECB9B-5BAE-0AD6-F201-62CF173E31A6}"/>
                    </a:ext>
                  </a:extLst>
                </p:cNvPr>
                <p:cNvCxnSpPr>
                  <a:cxnSpLocks/>
                  <a:stCxn id="89" idx="3"/>
                </p:cNvCxnSpPr>
                <p:nvPr/>
              </p:nvCxnSpPr>
              <p:spPr>
                <a:xfrm>
                  <a:off x="17686501" y="10187356"/>
                  <a:ext cx="554361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93" name="矩形 92">
                  <a:extLst>
                    <a:ext uri="{FF2B5EF4-FFF2-40B4-BE49-F238E27FC236}">
                      <a16:creationId xmlns:a16="http://schemas.microsoft.com/office/drawing/2014/main" id="{D853C365-2EB1-63BB-CE99-1E157FBC7462}"/>
                    </a:ext>
                  </a:extLst>
                </p:cNvPr>
                <p:cNvSpPr/>
                <p:nvPr/>
              </p:nvSpPr>
              <p:spPr>
                <a:xfrm>
                  <a:off x="18106071" y="10073088"/>
                  <a:ext cx="764592" cy="219272"/>
                </a:xfrm>
                <a:prstGeom prst="rect">
                  <a:avLst/>
                </a:prstGeom>
                <a:solidFill>
                  <a:srgbClr val="D0CCE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>
                      <a:solidFill>
                        <a:schemeClr val="tx1"/>
                      </a:solidFill>
                    </a:rPr>
                    <a:t>holding</a:t>
                  </a:r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5" name="矩形: 圆角 94">
                  <a:extLst>
                    <a:ext uri="{FF2B5EF4-FFF2-40B4-BE49-F238E27FC236}">
                      <a16:creationId xmlns:a16="http://schemas.microsoft.com/office/drawing/2014/main" id="{F2EADF1B-7F50-155A-7C10-46901A62D049}"/>
                    </a:ext>
                  </a:extLst>
                </p:cNvPr>
                <p:cNvSpPr/>
                <p:nvPr/>
              </p:nvSpPr>
              <p:spPr>
                <a:xfrm>
                  <a:off x="16921909" y="10815938"/>
                  <a:ext cx="764592" cy="46275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tx1"/>
                      </a:solidFill>
                    </a:rPr>
                    <a:t>Tree</a:t>
                  </a:r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99" name="直接箭头连接符 98">
                  <a:extLst>
                    <a:ext uri="{FF2B5EF4-FFF2-40B4-BE49-F238E27FC236}">
                      <a16:creationId xmlns:a16="http://schemas.microsoft.com/office/drawing/2014/main" id="{99F10786-2B54-7799-B5BE-FE8477C35236}"/>
                    </a:ext>
                  </a:extLst>
                </p:cNvPr>
                <p:cNvCxnSpPr>
                  <a:cxnSpLocks/>
                  <a:stCxn id="89" idx="2"/>
                </p:cNvCxnSpPr>
                <p:nvPr/>
              </p:nvCxnSpPr>
              <p:spPr>
                <a:xfrm flipH="1">
                  <a:off x="17304205" y="10418734"/>
                  <a:ext cx="1" cy="401488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6" name="矩形 105">
                  <a:extLst>
                    <a:ext uri="{FF2B5EF4-FFF2-40B4-BE49-F238E27FC236}">
                      <a16:creationId xmlns:a16="http://schemas.microsoft.com/office/drawing/2014/main" id="{86A48B2D-F1E2-C513-4AC9-9370013AE09B}"/>
                    </a:ext>
                  </a:extLst>
                </p:cNvPr>
                <p:cNvSpPr/>
                <p:nvPr/>
              </p:nvSpPr>
              <p:spPr>
                <a:xfrm>
                  <a:off x="16840569" y="10471570"/>
                  <a:ext cx="917666" cy="180632"/>
                </a:xfrm>
                <a:prstGeom prst="rect">
                  <a:avLst/>
                </a:prstGeom>
                <a:solidFill>
                  <a:srgbClr val="D0CCE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10800" bIns="10800" rtlCol="0" anchor="ctr"/>
                <a:lstStyle/>
                <a:p>
                  <a:pPr algn="ctr"/>
                  <a:r>
                    <a:rPr lang="en-US" altLang="zh-CN" sz="1400" dirty="0">
                      <a:solidFill>
                        <a:schemeClr val="tx1"/>
                      </a:solidFill>
                    </a:rPr>
                    <a:t>under</a:t>
                  </a:r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27" name="组合 126">
                <a:extLst>
                  <a:ext uri="{FF2B5EF4-FFF2-40B4-BE49-F238E27FC236}">
                    <a16:creationId xmlns:a16="http://schemas.microsoft.com/office/drawing/2014/main" id="{98085A76-AE9A-2401-100B-13EA052F4B59}"/>
                  </a:ext>
                </a:extLst>
              </p:cNvPr>
              <p:cNvGrpSpPr/>
              <p:nvPr/>
            </p:nvGrpSpPr>
            <p:grpSpPr>
              <a:xfrm>
                <a:off x="14916094" y="3769115"/>
                <a:ext cx="3670628" cy="2193879"/>
                <a:chOff x="15159543" y="2872176"/>
                <a:chExt cx="3670628" cy="2193879"/>
              </a:xfrm>
            </p:grpSpPr>
            <p:sp>
              <p:nvSpPr>
                <p:cNvPr id="109" name="矩形 108">
                  <a:extLst>
                    <a:ext uri="{FF2B5EF4-FFF2-40B4-BE49-F238E27FC236}">
                      <a16:creationId xmlns:a16="http://schemas.microsoft.com/office/drawing/2014/main" id="{FAD5B7B8-2479-03C1-7B72-735468239195}"/>
                    </a:ext>
                  </a:extLst>
                </p:cNvPr>
                <p:cNvSpPr/>
                <p:nvPr/>
              </p:nvSpPr>
              <p:spPr>
                <a:xfrm>
                  <a:off x="15159545" y="2872176"/>
                  <a:ext cx="3670626" cy="2193879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  <a:alpha val="49402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12" name="文本框 111">
                  <a:extLst>
                    <a:ext uri="{FF2B5EF4-FFF2-40B4-BE49-F238E27FC236}">
                      <a16:creationId xmlns:a16="http://schemas.microsoft.com/office/drawing/2014/main" id="{579E6BCA-14EE-AFEB-C318-69916DADF2DD}"/>
                    </a:ext>
                  </a:extLst>
                </p:cNvPr>
                <p:cNvSpPr txBox="1"/>
                <p:nvPr/>
              </p:nvSpPr>
              <p:spPr>
                <a:xfrm>
                  <a:off x="15235507" y="2932556"/>
                  <a:ext cx="3007879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>
                    <a:buNone/>
                  </a:pPr>
                  <a:r>
                    <a:rPr lang="en-US" altLang="zh-CN" sz="2400" b="1" dirty="0">
                      <a:solidFill>
                        <a:srgbClr val="1F2329"/>
                      </a:solidFill>
                      <a:effectLst/>
                    </a:rPr>
                    <a:t>Video Entity Registry</a:t>
                  </a:r>
                </a:p>
              </p:txBody>
            </p:sp>
            <p:cxnSp>
              <p:nvCxnSpPr>
                <p:cNvPr id="114" name="直接连接符 113">
                  <a:extLst>
                    <a:ext uri="{FF2B5EF4-FFF2-40B4-BE49-F238E27FC236}">
                      <a16:creationId xmlns:a16="http://schemas.microsoft.com/office/drawing/2014/main" id="{8F2E2795-6816-F39E-1A09-327DA039623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5159543" y="3406413"/>
                  <a:ext cx="3670627" cy="0"/>
                </a:xfrm>
                <a:prstGeom prst="line">
                  <a:avLst/>
                </a:prstGeom>
                <a:ln w="12700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6" name="文本框 115">
                  <a:extLst>
                    <a:ext uri="{FF2B5EF4-FFF2-40B4-BE49-F238E27FC236}">
                      <a16:creationId xmlns:a16="http://schemas.microsoft.com/office/drawing/2014/main" id="{4F1C75EA-A105-F156-A79A-1CECB1691CA4}"/>
                    </a:ext>
                  </a:extLst>
                </p:cNvPr>
                <p:cNvSpPr txBox="1"/>
                <p:nvPr/>
              </p:nvSpPr>
              <p:spPr>
                <a:xfrm>
                  <a:off x="15247699" y="3456201"/>
                  <a:ext cx="3215403" cy="150361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30000"/>
                    </a:lnSpc>
                  </a:pPr>
                  <a:r>
                    <a:rPr lang="en-US" altLang="zh-CN" dirty="0"/>
                    <a:t>1.  Woman		2.  Man</a:t>
                  </a:r>
                </a:p>
                <a:p>
                  <a:pPr>
                    <a:lnSpc>
                      <a:spcPct val="130000"/>
                    </a:lnSpc>
                  </a:pPr>
                  <a:r>
                    <a:rPr lang="en-US" altLang="zh-CN" dirty="0"/>
                    <a:t>3.  Book			4.  Shoe</a:t>
                  </a:r>
                </a:p>
                <a:p>
                  <a:pPr>
                    <a:lnSpc>
                      <a:spcPct val="130000"/>
                    </a:lnSpc>
                  </a:pPr>
                  <a:r>
                    <a:rPr lang="en-US" altLang="zh-CN" dirty="0"/>
                    <a:t>5.  Tree			6.  Building</a:t>
                  </a:r>
                </a:p>
                <a:p>
                  <a:pPr>
                    <a:lnSpc>
                      <a:spcPct val="130000"/>
                    </a:lnSpc>
                  </a:pPr>
                  <a:r>
                    <a:rPr lang="en-US" altLang="zh-CN" dirty="0"/>
                    <a:t>7.  … …</a:t>
                  </a:r>
                  <a:endParaRPr lang="zh-CN" altLang="en-US" dirty="0"/>
                </a:p>
              </p:txBody>
            </p:sp>
            <p:pic>
              <p:nvPicPr>
                <p:cNvPr id="120" name="图片 119">
                  <a:extLst>
                    <a:ext uri="{FF2B5EF4-FFF2-40B4-BE49-F238E27FC236}">
                      <a16:creationId xmlns:a16="http://schemas.microsoft.com/office/drawing/2014/main" id="{4D4E999A-3E5C-43D5-05D0-EB2173CCA8E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8289920" y="2940122"/>
                  <a:ext cx="442613" cy="397575"/>
                </a:xfrm>
                <a:prstGeom prst="rect">
                  <a:avLst/>
                </a:prstGeom>
              </p:spPr>
            </p:pic>
          </p:grpSp>
          <p:sp>
            <p:nvSpPr>
              <p:cNvPr id="138" name="矩形: 圆角 137">
                <a:extLst>
                  <a:ext uri="{FF2B5EF4-FFF2-40B4-BE49-F238E27FC236}">
                    <a16:creationId xmlns:a16="http://schemas.microsoft.com/office/drawing/2014/main" id="{D03A593D-5E55-842D-1702-67B5110423F8}"/>
                  </a:ext>
                </a:extLst>
              </p:cNvPr>
              <p:cNvSpPr/>
              <p:nvPr/>
            </p:nvSpPr>
            <p:spPr>
              <a:xfrm>
                <a:off x="14997052" y="7325403"/>
                <a:ext cx="1013220" cy="462756"/>
              </a:xfrm>
              <a:prstGeom prst="roundRect">
                <a:avLst>
                  <a:gd name="adj" fmla="val 50000"/>
                </a:avLst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schemeClr val="tx1"/>
                    </a:solidFill>
                  </a:rPr>
                  <a:t>Man</a:t>
                </a:r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9" name="矩形: 圆角 138">
                <a:extLst>
                  <a:ext uri="{FF2B5EF4-FFF2-40B4-BE49-F238E27FC236}">
                    <a16:creationId xmlns:a16="http://schemas.microsoft.com/office/drawing/2014/main" id="{9AB9AA2D-3DA4-A5E1-902D-258924145CDA}"/>
                  </a:ext>
                </a:extLst>
              </p:cNvPr>
              <p:cNvSpPr/>
              <p:nvPr/>
            </p:nvSpPr>
            <p:spPr>
              <a:xfrm>
                <a:off x="14997052" y="8461272"/>
                <a:ext cx="1013220" cy="462756"/>
              </a:xfrm>
              <a:prstGeom prst="roundRect">
                <a:avLst>
                  <a:gd name="adj" fmla="val 50000"/>
                </a:avLst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schemeClr val="tx1"/>
                    </a:solidFill>
                  </a:rPr>
                  <a:t>Building</a:t>
                </a:r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0" name="矩形: 圆角 139">
                <a:extLst>
                  <a:ext uri="{FF2B5EF4-FFF2-40B4-BE49-F238E27FC236}">
                    <a16:creationId xmlns:a16="http://schemas.microsoft.com/office/drawing/2014/main" id="{FE44D754-1171-0167-A33D-CA89FD1F36D6}"/>
                  </a:ext>
                </a:extLst>
              </p:cNvPr>
              <p:cNvSpPr/>
              <p:nvPr/>
            </p:nvSpPr>
            <p:spPr>
              <a:xfrm>
                <a:off x="16944852" y="7325403"/>
                <a:ext cx="1013220" cy="462756"/>
              </a:xfrm>
              <a:prstGeom prst="roundRect">
                <a:avLst>
                  <a:gd name="adj" fmla="val 50000"/>
                </a:avLst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schemeClr val="tx1"/>
                    </a:solidFill>
                  </a:rPr>
                  <a:t>Shoe</a:t>
                </a:r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42" name="直接箭头连接符 141">
                <a:extLst>
                  <a:ext uri="{FF2B5EF4-FFF2-40B4-BE49-F238E27FC236}">
                    <a16:creationId xmlns:a16="http://schemas.microsoft.com/office/drawing/2014/main" id="{07B986C3-6153-C796-14E8-B263B2E060E2}"/>
                  </a:ext>
                </a:extLst>
              </p:cNvPr>
              <p:cNvCxnSpPr>
                <a:cxnSpLocks/>
                <a:stCxn id="138" idx="2"/>
                <a:endCxn id="139" idx="0"/>
              </p:cNvCxnSpPr>
              <p:nvPr/>
            </p:nvCxnSpPr>
            <p:spPr>
              <a:xfrm>
                <a:off x="15503662" y="7788159"/>
                <a:ext cx="0" cy="673113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4" name="矩形 143">
                <a:extLst>
                  <a:ext uri="{FF2B5EF4-FFF2-40B4-BE49-F238E27FC236}">
                    <a16:creationId xmlns:a16="http://schemas.microsoft.com/office/drawing/2014/main" id="{8FDB3A19-15C0-5D7F-3C27-E966981D9A77}"/>
                  </a:ext>
                </a:extLst>
              </p:cNvPr>
              <p:cNvSpPr/>
              <p:nvPr/>
            </p:nvSpPr>
            <p:spPr>
              <a:xfrm>
                <a:off x="15126356" y="7986820"/>
                <a:ext cx="850914" cy="179030"/>
              </a:xfrm>
              <a:prstGeom prst="rect">
                <a:avLst/>
              </a:prstGeom>
              <a:solidFill>
                <a:srgbClr val="E8CFE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dirty="0"/>
              </a:p>
            </p:txBody>
          </p:sp>
          <p:sp>
            <p:nvSpPr>
              <p:cNvPr id="143" name="矩形 142">
                <a:extLst>
                  <a:ext uri="{FF2B5EF4-FFF2-40B4-BE49-F238E27FC236}">
                    <a16:creationId xmlns:a16="http://schemas.microsoft.com/office/drawing/2014/main" id="{75C2366F-EE04-B6CA-B829-E2F5F5D4CB31}"/>
                  </a:ext>
                </a:extLst>
              </p:cNvPr>
              <p:cNvSpPr/>
              <p:nvPr/>
            </p:nvSpPr>
            <p:spPr>
              <a:xfrm>
                <a:off x="14917272" y="7977659"/>
                <a:ext cx="1172779" cy="1925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entering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45" name="直接箭头连接符 144">
                <a:extLst>
                  <a:ext uri="{FF2B5EF4-FFF2-40B4-BE49-F238E27FC236}">
                    <a16:creationId xmlns:a16="http://schemas.microsoft.com/office/drawing/2014/main" id="{F2F01EE1-313B-B4C8-E6BE-C28DC76942C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010272" y="7558086"/>
                <a:ext cx="933972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7" name="矩形 146">
                <a:extLst>
                  <a:ext uri="{FF2B5EF4-FFF2-40B4-BE49-F238E27FC236}">
                    <a16:creationId xmlns:a16="http://schemas.microsoft.com/office/drawing/2014/main" id="{CEEA6BA9-29FB-7130-DF3E-E2F8DA18BD3A}"/>
                  </a:ext>
                </a:extLst>
              </p:cNvPr>
              <p:cNvSpPr/>
              <p:nvPr/>
            </p:nvSpPr>
            <p:spPr>
              <a:xfrm>
                <a:off x="16166228" y="7462342"/>
                <a:ext cx="587612" cy="201913"/>
              </a:xfrm>
              <a:prstGeom prst="rect">
                <a:avLst/>
              </a:prstGeom>
              <a:solidFill>
                <a:srgbClr val="E8CFE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dirty="0"/>
              </a:p>
            </p:txBody>
          </p:sp>
          <p:sp>
            <p:nvSpPr>
              <p:cNvPr id="146" name="矩形 145">
                <a:extLst>
                  <a:ext uri="{FF2B5EF4-FFF2-40B4-BE49-F238E27FC236}">
                    <a16:creationId xmlns:a16="http://schemas.microsoft.com/office/drawing/2014/main" id="{03714542-D9EB-4925-D572-2F00F75F5953}"/>
                  </a:ext>
                </a:extLst>
              </p:cNvPr>
              <p:cNvSpPr/>
              <p:nvPr/>
            </p:nvSpPr>
            <p:spPr>
              <a:xfrm>
                <a:off x="15881845" y="7447168"/>
                <a:ext cx="1172779" cy="1925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wearing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8" name="矩形: 圆角 147">
                <a:extLst>
                  <a:ext uri="{FF2B5EF4-FFF2-40B4-BE49-F238E27FC236}">
                    <a16:creationId xmlns:a16="http://schemas.microsoft.com/office/drawing/2014/main" id="{3E77BFAA-A22B-2965-2986-0327AAAC5C6D}"/>
                  </a:ext>
                </a:extLst>
              </p:cNvPr>
              <p:cNvSpPr/>
              <p:nvPr/>
            </p:nvSpPr>
            <p:spPr>
              <a:xfrm>
                <a:off x="16944852" y="8459924"/>
                <a:ext cx="1013220" cy="462756"/>
              </a:xfrm>
              <a:prstGeom prst="roundRect">
                <a:avLst>
                  <a:gd name="adj" fmla="val 50000"/>
                </a:avLst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schemeClr val="tx1"/>
                    </a:solidFill>
                  </a:rPr>
                  <a:t>Tree</a:t>
                </a:r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</p:grpSp>
        <p:pic>
          <p:nvPicPr>
            <p:cNvPr id="20" name="Picture 19" descr="A hand with a finger on a notebook&#10;&#10;Description automatically generated">
              <a:extLst>
                <a:ext uri="{FF2B5EF4-FFF2-40B4-BE49-F238E27FC236}">
                  <a16:creationId xmlns:a16="http://schemas.microsoft.com/office/drawing/2014/main" id="{9FC84233-F977-9612-5B92-B35FE81D578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69043" y="12914707"/>
              <a:ext cx="2172672" cy="1629504"/>
            </a:xfrm>
            <a:prstGeom prst="rect">
              <a:avLst/>
            </a:prstGeom>
          </p:spPr>
        </p:pic>
        <p:pic>
          <p:nvPicPr>
            <p:cNvPr id="24" name="Picture 23" descr="A cartoon of a person looking at something&#10;&#10;Description automatically generated">
              <a:extLst>
                <a:ext uri="{FF2B5EF4-FFF2-40B4-BE49-F238E27FC236}">
                  <a16:creationId xmlns:a16="http://schemas.microsoft.com/office/drawing/2014/main" id="{7D00091E-098B-988C-A55C-8C272DD280A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657339" y="12914707"/>
              <a:ext cx="2172672" cy="1629504"/>
            </a:xfrm>
            <a:prstGeom prst="rect">
              <a:avLst/>
            </a:prstGeom>
          </p:spPr>
        </p:pic>
        <p:pic>
          <p:nvPicPr>
            <p:cNvPr id="27" name="Picture 26" descr="A hand holding a sketchbook&#10;&#10;Description automatically generated">
              <a:extLst>
                <a:ext uri="{FF2B5EF4-FFF2-40B4-BE49-F238E27FC236}">
                  <a16:creationId xmlns:a16="http://schemas.microsoft.com/office/drawing/2014/main" id="{A99B80C3-0BDD-B3BF-3440-153D4D9F983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710268" y="12914669"/>
              <a:ext cx="2172672" cy="1629504"/>
            </a:xfrm>
            <a:prstGeom prst="rect">
              <a:avLst/>
            </a:prstGeom>
          </p:spPr>
        </p:pic>
        <p:pic>
          <p:nvPicPr>
            <p:cNvPr id="30" name="Picture 29" descr="A cartoon of a person holding a paper&#10;&#10;Description automatically generated">
              <a:extLst>
                <a:ext uri="{FF2B5EF4-FFF2-40B4-BE49-F238E27FC236}">
                  <a16:creationId xmlns:a16="http://schemas.microsoft.com/office/drawing/2014/main" id="{9B5F0991-B935-9AB5-E546-C15C876A661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846263" y="12914669"/>
              <a:ext cx="2172672" cy="1629504"/>
            </a:xfrm>
            <a:prstGeom prst="rect">
              <a:avLst/>
            </a:prstGeom>
          </p:spPr>
        </p:pic>
        <p:sp>
          <p:nvSpPr>
            <p:cNvPr id="31" name="文本框 20">
              <a:extLst>
                <a:ext uri="{FF2B5EF4-FFF2-40B4-BE49-F238E27FC236}">
                  <a16:creationId xmlns:a16="http://schemas.microsoft.com/office/drawing/2014/main" id="{EAD42FB0-3FB4-AD08-25D2-41681F6A3A32}"/>
                </a:ext>
              </a:extLst>
            </p:cNvPr>
            <p:cNvSpPr txBox="1"/>
            <p:nvPr/>
          </p:nvSpPr>
          <p:spPr>
            <a:xfrm>
              <a:off x="10306043" y="14541984"/>
              <a:ext cx="873994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None/>
              </a:pPr>
              <a:r>
                <a:rPr lang="en-US" altLang="zh-CN" sz="2800" b="1" dirty="0">
                  <a:solidFill>
                    <a:srgbClr val="1F2329"/>
                  </a:solidFill>
                </a:rPr>
                <a:t>Long Video Input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22CA0B3-D3F1-7B83-C4A9-C8343BB5814D}"/>
                </a:ext>
              </a:extLst>
            </p:cNvPr>
            <p:cNvSpPr txBox="1"/>
            <p:nvPr/>
          </p:nvSpPr>
          <p:spPr>
            <a:xfrm>
              <a:off x="12416366" y="4978210"/>
              <a:ext cx="127925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/>
                <a:t>meet for </a:t>
              </a:r>
            </a:p>
            <a:p>
              <a:r>
                <a:rPr lang="en-US" altLang="zh-CN" sz="1400" dirty="0"/>
                <a:t>the third time</a:t>
              </a:r>
              <a:endParaRPr lang="en-US" sz="1400" dirty="0"/>
            </a:p>
          </p:txBody>
        </p:sp>
        <p:sp>
          <p:nvSpPr>
            <p:cNvPr id="16" name="弧形 15">
              <a:extLst>
                <a:ext uri="{FF2B5EF4-FFF2-40B4-BE49-F238E27FC236}">
                  <a16:creationId xmlns:a16="http://schemas.microsoft.com/office/drawing/2014/main" id="{F885577B-6BE0-9AC7-3FBA-31F3BDD38F9B}"/>
                </a:ext>
              </a:extLst>
            </p:cNvPr>
            <p:cNvSpPr/>
            <p:nvPr/>
          </p:nvSpPr>
          <p:spPr>
            <a:xfrm rot="7845425">
              <a:off x="11803989" y="3043233"/>
              <a:ext cx="2030795" cy="1986760"/>
            </a:xfrm>
            <a:prstGeom prst="arc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F4A0634C-30DE-BB9C-79C6-36AC625027D0}"/>
                </a:ext>
              </a:extLst>
            </p:cNvPr>
            <p:cNvCxnSpPr>
              <a:stCxn id="16" idx="2"/>
            </p:cNvCxnSpPr>
            <p:nvPr/>
          </p:nvCxnSpPr>
          <p:spPr>
            <a:xfrm flipH="1" flipV="1">
              <a:off x="11976100" y="4650740"/>
              <a:ext cx="180381" cy="15502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12144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DF7A1-53E1-78F3-EEEF-EAB79AED7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xmlns:a16="http://schemas.microsoft.com/office/drawing/2014/main" id="{F234C048-2C47-54CC-464F-47C27A751B9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115142" y="7088822"/>
            <a:ext cx="7684929" cy="10246572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D8500AE2-EF56-F789-7E73-77A78B873BCA}"/>
              </a:ext>
            </a:extLst>
          </p:cNvPr>
          <p:cNvSpPr txBox="1"/>
          <p:nvPr/>
        </p:nvSpPr>
        <p:spPr>
          <a:xfrm>
            <a:off x="11372046" y="17401969"/>
            <a:ext cx="43205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/>
              <a:t>附录图</a:t>
            </a:r>
            <a:r>
              <a:rPr lang="en-US" altLang="zh-CN" sz="4000" b="1" dirty="0"/>
              <a:t>1</a:t>
            </a:r>
            <a:endParaRPr lang="zh-CN" altLang="en-US" sz="4000" b="1" dirty="0"/>
          </a:p>
        </p:txBody>
      </p: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AC35AF98-E897-66F1-80B5-9976CC78EE3A}"/>
              </a:ext>
            </a:extLst>
          </p:cNvPr>
          <p:cNvGrpSpPr/>
          <p:nvPr/>
        </p:nvGrpSpPr>
        <p:grpSpPr>
          <a:xfrm>
            <a:off x="1268879" y="3837846"/>
            <a:ext cx="9143375" cy="11958442"/>
            <a:chOff x="1268879" y="897877"/>
            <a:chExt cx="9143375" cy="11958442"/>
          </a:xfrm>
        </p:grpSpPr>
        <p:sp>
          <p:nvSpPr>
            <p:cNvPr id="49" name="矩形: 圆角 48">
              <a:extLst>
                <a:ext uri="{FF2B5EF4-FFF2-40B4-BE49-F238E27FC236}">
                  <a16:creationId xmlns:a16="http://schemas.microsoft.com/office/drawing/2014/main" id="{E1651A7A-8B82-0A8A-785A-18E88493AB20}"/>
                </a:ext>
              </a:extLst>
            </p:cNvPr>
            <p:cNvSpPr/>
            <p:nvPr/>
          </p:nvSpPr>
          <p:spPr>
            <a:xfrm>
              <a:off x="1268879" y="1410395"/>
              <a:ext cx="9143374" cy="718937"/>
            </a:xfrm>
            <a:prstGeom prst="roundRect">
              <a:avLst>
                <a:gd name="adj" fmla="val 16466"/>
              </a:avLst>
            </a:prstGeom>
            <a:solidFill>
              <a:schemeClr val="accent4">
                <a:lumMod val="20000"/>
                <a:lumOff val="80000"/>
                <a:alpha val="65000"/>
              </a:schemeClr>
            </a:solidFill>
            <a:ln w="1905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2000" b="1" dirty="0">
                  <a:solidFill>
                    <a:srgbClr val="002060"/>
                  </a:solidFill>
                </a:rPr>
                <a:t>Question: </a:t>
              </a:r>
              <a:r>
                <a:rPr lang="en-US" altLang="zh-CN" sz="2000" b="1" dirty="0">
                  <a:solidFill>
                    <a:srgbClr val="1F2329"/>
                  </a:solidFill>
                </a:rPr>
                <a:t>How many white lights were on at 45:08?</a:t>
              </a:r>
            </a:p>
          </p:txBody>
        </p:sp>
        <p:sp>
          <p:nvSpPr>
            <p:cNvPr id="22" name="矩形: 圆角 21">
              <a:extLst>
                <a:ext uri="{FF2B5EF4-FFF2-40B4-BE49-F238E27FC236}">
                  <a16:creationId xmlns:a16="http://schemas.microsoft.com/office/drawing/2014/main" id="{C3251DDE-7CA2-4C86-70E1-3BD77578334A}"/>
                </a:ext>
              </a:extLst>
            </p:cNvPr>
            <p:cNvSpPr/>
            <p:nvPr/>
          </p:nvSpPr>
          <p:spPr>
            <a:xfrm>
              <a:off x="1879600" y="3251003"/>
              <a:ext cx="8532653" cy="981453"/>
            </a:xfrm>
            <a:prstGeom prst="roundRect">
              <a:avLst>
                <a:gd name="adj" fmla="val 17216"/>
              </a:avLst>
            </a:prstGeom>
            <a:solidFill>
              <a:srgbClr val="DCE5F5"/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2000" b="1" dirty="0">
                  <a:solidFill>
                    <a:schemeClr val="accent5">
                      <a:lumMod val="50000"/>
                    </a:schemeClr>
                  </a:solidFill>
                </a:rPr>
                <a:t>Frame Inspect:</a:t>
              </a:r>
            </a:p>
            <a:p>
              <a:r>
                <a:rPr lang="en-US" altLang="zh-CN" dirty="0">
                  <a:solidFill>
                    <a:schemeClr val="tx1"/>
                  </a:solidFill>
                </a:rPr>
                <a:t>Fine-grained Response: </a:t>
              </a:r>
              <a:br>
                <a:rPr lang="en-US" altLang="zh-CN" dirty="0">
                  <a:solidFill>
                    <a:schemeClr val="tx1"/>
                  </a:solidFill>
                </a:rPr>
              </a:br>
              <a:r>
                <a:rPr lang="en-US" altLang="zh-CN" dirty="0">
                  <a:solidFill>
                    <a:schemeClr val="tx1"/>
                  </a:solidFill>
                </a:rPr>
                <a:t>	</a:t>
              </a:r>
              <a:r>
                <a:rPr lang="en-US" altLang="zh-CN" dirty="0"/>
                <a:t> </a:t>
              </a:r>
              <a:r>
                <a:rPr lang="en-US" altLang="zh-CN" dirty="0">
                  <a:solidFill>
                    <a:schemeClr val="tx1"/>
                  </a:solidFill>
                </a:rPr>
                <a:t>There are </a:t>
              </a:r>
              <a:r>
                <a:rPr lang="en-US" altLang="zh-CN" b="1" dirty="0">
                  <a:solidFill>
                    <a:srgbClr val="FF0000"/>
                  </a:solidFill>
                </a:rPr>
                <a:t>34</a:t>
              </a:r>
              <a:r>
                <a:rPr lang="en-US" altLang="zh-CN" dirty="0">
                  <a:solidFill>
                    <a:schemeClr val="tx1"/>
                  </a:solidFill>
                </a:rPr>
                <a:t> white lights on. (      </a:t>
              </a:r>
              <a:r>
                <a:rPr lang="en-US" altLang="zh-CN" b="1" dirty="0">
                  <a:solidFill>
                    <a:srgbClr val="FF0000"/>
                  </a:solidFill>
                </a:rPr>
                <a:t>Wrong</a:t>
              </a:r>
              <a:r>
                <a:rPr lang="en-US" altLang="zh-CN" dirty="0">
                  <a:solidFill>
                    <a:schemeClr val="tx1"/>
                  </a:solidFill>
                </a:rPr>
                <a:t>)</a:t>
              </a:r>
            </a:p>
          </p:txBody>
        </p:sp>
        <p:sp>
          <p:nvSpPr>
            <p:cNvPr id="32" name="矩形: 圆角 31">
              <a:extLst>
                <a:ext uri="{FF2B5EF4-FFF2-40B4-BE49-F238E27FC236}">
                  <a16:creationId xmlns:a16="http://schemas.microsoft.com/office/drawing/2014/main" id="{0B6F8EF5-E5C3-832F-BB90-A1B91CF4399C}"/>
                </a:ext>
              </a:extLst>
            </p:cNvPr>
            <p:cNvSpPr/>
            <p:nvPr/>
          </p:nvSpPr>
          <p:spPr>
            <a:xfrm>
              <a:off x="1268880" y="2198838"/>
              <a:ext cx="9143374" cy="990222"/>
            </a:xfrm>
            <a:prstGeom prst="roundRect">
              <a:avLst/>
            </a:prstGeom>
            <a:solidFill>
              <a:srgbClr val="8EC7D8">
                <a:alpha val="65000"/>
              </a:srgbClr>
            </a:solidFill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2000" b="1" dirty="0">
                  <a:solidFill>
                    <a:srgbClr val="002060"/>
                  </a:solidFill>
                </a:rPr>
                <a:t>Agent (Step 1): </a:t>
              </a:r>
            </a:p>
            <a:p>
              <a:r>
                <a:rPr lang="en-US" altLang="zh-CN" sz="2000" dirty="0">
                  <a:solidFill>
                    <a:schemeClr val="tx1"/>
                  </a:solidFill>
                </a:rPr>
                <a:t>Calling tool </a:t>
              </a:r>
              <a:r>
                <a:rPr lang="en-US" altLang="zh-CN" sz="2000" b="1" dirty="0">
                  <a:solidFill>
                    <a:schemeClr val="accent5">
                      <a:lumMod val="50000"/>
                    </a:schemeClr>
                  </a:solidFill>
                </a:rPr>
                <a:t>Frame Inspect</a:t>
              </a:r>
              <a:r>
                <a:rPr lang="en-US" altLang="zh-CN" sz="2000" dirty="0">
                  <a:solidFill>
                    <a:schemeClr val="tx1"/>
                  </a:solidFill>
                </a:rPr>
                <a:t> at ["00:45:08", "00:45:10"] with query: "How many white lights are on?"</a:t>
              </a:r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55" name="矩形: 圆角 54">
              <a:extLst>
                <a:ext uri="{FF2B5EF4-FFF2-40B4-BE49-F238E27FC236}">
                  <a16:creationId xmlns:a16="http://schemas.microsoft.com/office/drawing/2014/main" id="{BB30EBD3-87B4-68B0-4EC5-1B31A4CBBE63}"/>
                </a:ext>
              </a:extLst>
            </p:cNvPr>
            <p:cNvSpPr/>
            <p:nvPr/>
          </p:nvSpPr>
          <p:spPr>
            <a:xfrm>
              <a:off x="1268880" y="4294391"/>
              <a:ext cx="9143374" cy="722338"/>
            </a:xfrm>
            <a:prstGeom prst="roundRect">
              <a:avLst>
                <a:gd name="adj" fmla="val 22996"/>
              </a:avLst>
            </a:prstGeom>
            <a:solidFill>
              <a:srgbClr val="8EC7D8">
                <a:alpha val="65000"/>
              </a:srgbClr>
            </a:solidFill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2000" b="1" dirty="0">
                  <a:solidFill>
                    <a:srgbClr val="002060"/>
                  </a:solidFill>
                </a:rPr>
                <a:t>Agent (Step 2): </a:t>
              </a:r>
            </a:p>
            <a:p>
              <a:r>
                <a:rPr lang="en-US" altLang="zh-CN" sz="2000" dirty="0">
                  <a:solidFill>
                    <a:schemeClr val="tx1"/>
                  </a:solidFill>
                </a:rPr>
                <a:t>Calling tool </a:t>
              </a:r>
              <a:r>
                <a:rPr lang="en-US" altLang="zh-CN" sz="2000" b="1" dirty="0">
                  <a:solidFill>
                    <a:schemeClr val="accent4">
                      <a:lumMod val="75000"/>
                    </a:schemeClr>
                  </a:solidFill>
                </a:rPr>
                <a:t>Global-Level Retrieval </a:t>
              </a:r>
              <a:r>
                <a:rPr lang="en-US" altLang="zh-CN" sz="2000" dirty="0">
                  <a:solidFill>
                    <a:schemeClr val="tx1"/>
                  </a:solidFill>
                </a:rPr>
                <a:t>with query: "white lights".</a:t>
              </a:r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63" name="矩形: 圆角 62">
              <a:extLst>
                <a:ext uri="{FF2B5EF4-FFF2-40B4-BE49-F238E27FC236}">
                  <a16:creationId xmlns:a16="http://schemas.microsoft.com/office/drawing/2014/main" id="{C10E9156-67FC-643F-B9B6-787DD5DD4283}"/>
                </a:ext>
              </a:extLst>
            </p:cNvPr>
            <p:cNvSpPr/>
            <p:nvPr/>
          </p:nvSpPr>
          <p:spPr>
            <a:xfrm>
              <a:off x="1268880" y="7418644"/>
              <a:ext cx="9143374" cy="711214"/>
            </a:xfrm>
            <a:prstGeom prst="roundRect">
              <a:avLst>
                <a:gd name="adj" fmla="val 22080"/>
              </a:avLst>
            </a:prstGeom>
            <a:solidFill>
              <a:srgbClr val="8EC7D8">
                <a:alpha val="65000"/>
              </a:srgbClr>
            </a:solidFill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2000" b="1" dirty="0">
                  <a:solidFill>
                    <a:srgbClr val="002060"/>
                  </a:solidFill>
                </a:rPr>
                <a:t>Agent (Step 3): </a:t>
              </a:r>
            </a:p>
            <a:p>
              <a:r>
                <a:rPr lang="en-US" altLang="zh-CN" sz="2000" dirty="0">
                  <a:solidFill>
                    <a:schemeClr val="tx1"/>
                  </a:solidFill>
                </a:rPr>
                <a:t>Calling tool </a:t>
              </a:r>
              <a:r>
                <a:rPr lang="en-US" altLang="zh-CN" sz="2000" b="1" dirty="0">
                  <a:solidFill>
                    <a:schemeClr val="accent2">
                      <a:lumMod val="75000"/>
                    </a:schemeClr>
                  </a:solidFill>
                </a:rPr>
                <a:t>Segment-Level Retrieval </a:t>
              </a:r>
              <a:r>
                <a:rPr lang="en-US" altLang="zh-CN" sz="2000" dirty="0">
                  <a:solidFill>
                    <a:schemeClr val="tx1"/>
                  </a:solidFill>
                </a:rPr>
                <a:t>with query "white lights".</a:t>
              </a:r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69" name="矩形: 圆角 68">
              <a:extLst>
                <a:ext uri="{FF2B5EF4-FFF2-40B4-BE49-F238E27FC236}">
                  <a16:creationId xmlns:a16="http://schemas.microsoft.com/office/drawing/2014/main" id="{1C924DF7-9326-E4D0-67F5-32839810DF9A}"/>
                </a:ext>
              </a:extLst>
            </p:cNvPr>
            <p:cNvSpPr/>
            <p:nvPr/>
          </p:nvSpPr>
          <p:spPr>
            <a:xfrm>
              <a:off x="1268880" y="10553450"/>
              <a:ext cx="9143374" cy="998470"/>
            </a:xfrm>
            <a:prstGeom prst="roundRect">
              <a:avLst>
                <a:gd name="adj" fmla="val 18548"/>
              </a:avLst>
            </a:prstGeom>
            <a:solidFill>
              <a:srgbClr val="8EC7D8">
                <a:alpha val="65000"/>
              </a:srgbClr>
            </a:solidFill>
            <a:ln w="19050"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2000" b="1" dirty="0">
                  <a:solidFill>
                    <a:srgbClr val="002060"/>
                  </a:solidFill>
                </a:rPr>
                <a:t>Agent (Step 4): </a:t>
              </a:r>
            </a:p>
            <a:p>
              <a:r>
                <a:rPr lang="en-US" altLang="zh-CN" sz="2000" dirty="0">
                  <a:solidFill>
                    <a:schemeClr val="tx1"/>
                  </a:solidFill>
                </a:rPr>
                <a:t>Calling tool </a:t>
              </a:r>
              <a:r>
                <a:rPr lang="en-US" altLang="zh-CN" sz="2000" b="1" dirty="0">
                  <a:solidFill>
                    <a:schemeClr val="accent5">
                      <a:lumMod val="50000"/>
                    </a:schemeClr>
                  </a:solidFill>
                </a:rPr>
                <a:t>Frame Inspect </a:t>
              </a:r>
              <a:r>
                <a:rPr lang="en-US" altLang="zh-CN" sz="2000" dirty="0">
                  <a:solidFill>
                    <a:schemeClr val="tx1"/>
                  </a:solidFill>
                </a:rPr>
                <a:t>at ["00:45:08", "00:45:09"]:  </a:t>
              </a:r>
            </a:p>
            <a:p>
              <a:r>
                <a:rPr lang="en-US" altLang="zh-CN" sz="2000" dirty="0">
                  <a:solidFill>
                    <a:schemeClr val="tx1"/>
                  </a:solidFill>
                </a:rPr>
                <a:t>"Count individual white lights and disregard colored lights."</a:t>
              </a:r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70" name="矩形: 圆角 69">
              <a:extLst>
                <a:ext uri="{FF2B5EF4-FFF2-40B4-BE49-F238E27FC236}">
                  <a16:creationId xmlns:a16="http://schemas.microsoft.com/office/drawing/2014/main" id="{5976669A-2891-9ACD-1476-20F1FF5B534C}"/>
                </a:ext>
              </a:extLst>
            </p:cNvPr>
            <p:cNvSpPr/>
            <p:nvPr/>
          </p:nvSpPr>
          <p:spPr>
            <a:xfrm>
              <a:off x="1879600" y="11627913"/>
              <a:ext cx="8532653" cy="1216459"/>
            </a:xfrm>
            <a:prstGeom prst="roundRect">
              <a:avLst>
                <a:gd name="adj" fmla="val 8163"/>
              </a:avLst>
            </a:prstGeom>
            <a:solidFill>
              <a:srgbClr val="DCE5F5"/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2000" b="1" dirty="0">
                  <a:solidFill>
                    <a:schemeClr val="accent5">
                      <a:lumMod val="50000"/>
                    </a:schemeClr>
                  </a:solidFill>
                </a:rPr>
                <a:t>Frame Inspect:</a:t>
              </a:r>
            </a:p>
            <a:p>
              <a:r>
                <a:rPr lang="en-US" altLang="zh-CN" dirty="0">
                  <a:solidFill>
                    <a:schemeClr val="tx1"/>
                  </a:solidFill>
                </a:rPr>
                <a:t>Fine-grained Response: </a:t>
              </a:r>
            </a:p>
            <a:p>
              <a:r>
                <a:rPr lang="en-US" altLang="zh-CN" dirty="0">
                  <a:solidFill>
                    <a:schemeClr val="tx1"/>
                  </a:solidFill>
                </a:rPr>
                <a:t>	The images show </a:t>
              </a:r>
              <a:r>
                <a:rPr lang="en-US" altLang="zh-CN" b="1" dirty="0">
                  <a:solidFill>
                    <a:srgbClr val="0070C0"/>
                  </a:solidFill>
                </a:rPr>
                <a:t>24</a:t>
              </a:r>
              <a:r>
                <a:rPr lang="en-US" altLang="zh-CN" dirty="0">
                  <a:solidFill>
                    <a:schemeClr val="tx1"/>
                  </a:solidFill>
                </a:rPr>
                <a:t> individual white lights.</a:t>
              </a:r>
            </a:p>
            <a:p>
              <a:r>
                <a:rPr lang="en-US" altLang="zh-CN" dirty="0">
                  <a:solidFill>
                    <a:schemeClr val="tx1"/>
                  </a:solidFill>
                </a:rPr>
                <a:t>	</a:t>
              </a:r>
              <a:r>
                <a:rPr lang="en-US" altLang="zh-CN" b="1" dirty="0">
                  <a:solidFill>
                    <a:srgbClr val="0070C0"/>
                  </a:solidFill>
                </a:rPr>
                <a:t>10 left + 10 right + 4 center</a:t>
              </a:r>
              <a:endParaRPr lang="zh-CN" altLang="en-US" b="1" dirty="0">
                <a:solidFill>
                  <a:srgbClr val="0070C0"/>
                </a:solidFill>
              </a:endParaRPr>
            </a:p>
          </p:txBody>
        </p:sp>
        <p:sp>
          <p:nvSpPr>
            <p:cNvPr id="132" name="文本框 131">
              <a:extLst>
                <a:ext uri="{FF2B5EF4-FFF2-40B4-BE49-F238E27FC236}">
                  <a16:creationId xmlns:a16="http://schemas.microsoft.com/office/drawing/2014/main" id="{627FB0D6-410A-8D89-0DBA-56A98BE0C05B}"/>
                </a:ext>
              </a:extLst>
            </p:cNvPr>
            <p:cNvSpPr txBox="1"/>
            <p:nvPr/>
          </p:nvSpPr>
          <p:spPr>
            <a:xfrm>
              <a:off x="3107624" y="897877"/>
              <a:ext cx="546588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800" b="1" dirty="0">
                  <a:cs typeface="Times New Roman" panose="02020603050405020304" pitchFamily="18" charset="0"/>
                </a:rPr>
                <a:t>SGDAgent </a:t>
              </a:r>
              <a:r>
                <a:rPr lang="en-US" altLang="zh-CN" sz="2800" b="1" dirty="0">
                  <a:cs typeface="Times New Roman" panose="02020603050405020304" pitchFamily="18" charset="0"/>
                </a:rPr>
                <a:t>Reasoning</a:t>
              </a:r>
              <a:r>
                <a:rPr lang="zh-CN" altLang="en-US" sz="2800" b="1" dirty="0">
                  <a:cs typeface="Times New Roman" panose="02020603050405020304" pitchFamily="18" charset="0"/>
                </a:rPr>
                <a:t> </a:t>
              </a:r>
              <a:r>
                <a:rPr lang="en-US" altLang="zh-CN" sz="2800" b="1" dirty="0">
                  <a:cs typeface="Times New Roman" panose="02020603050405020304" pitchFamily="18" charset="0"/>
                </a:rPr>
                <a:t>Loop</a:t>
              </a:r>
              <a:endParaRPr lang="zh-CN" altLang="en-US" sz="2800" b="1" dirty="0">
                <a:cs typeface="Times New Roman" panose="02020603050405020304" pitchFamily="18" charset="0"/>
              </a:endParaRPr>
            </a:p>
          </p:txBody>
        </p:sp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E4367457-7C4E-90C2-6A57-6D613A184E71}"/>
                </a:ext>
              </a:extLst>
            </p:cNvPr>
            <p:cNvSpPr/>
            <p:nvPr/>
          </p:nvSpPr>
          <p:spPr>
            <a:xfrm>
              <a:off x="1879600" y="5079805"/>
              <a:ext cx="8532653" cy="2269140"/>
            </a:xfrm>
            <a:prstGeom prst="roundRect">
              <a:avLst>
                <a:gd name="adj" fmla="val 6133"/>
              </a:avLst>
            </a:prstGeom>
            <a:solidFill>
              <a:srgbClr val="DCE5F5"/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2000" b="1" dirty="0">
                  <a:solidFill>
                    <a:schemeClr val="accent4">
                      <a:lumMod val="75000"/>
                    </a:schemeClr>
                  </a:solidFill>
                </a:rPr>
                <a:t>Global-Level Retrieval:</a:t>
              </a:r>
              <a:r>
                <a:rPr lang="zh-CN" altLang="en-US" sz="2000" b="1" dirty="0">
                  <a:solidFill>
                    <a:schemeClr val="accent4">
                      <a:lumMod val="75000"/>
                    </a:schemeClr>
                  </a:solidFill>
                </a:rPr>
                <a:t> </a:t>
              </a:r>
              <a:endParaRPr lang="en-US" altLang="zh-CN" sz="2000" b="1" dirty="0">
                <a:solidFill>
                  <a:schemeClr val="accent4">
                    <a:lumMod val="75000"/>
                  </a:schemeClr>
                </a:solidFill>
              </a:endParaRPr>
            </a:p>
            <a:p>
              <a:r>
                <a:rPr lang="en-US" altLang="zh-CN" dirty="0">
                  <a:solidFill>
                    <a:schemeClr val="tx1"/>
                  </a:solidFill>
                </a:rPr>
                <a:t>Matched Events: </a:t>
              </a:r>
            </a:p>
            <a:p>
              <a:pPr lvl="1"/>
              <a:r>
                <a:rPr lang="en-US" altLang="zh-CN" dirty="0">
                  <a:solidFill>
                    <a:schemeClr val="tx1"/>
                  </a:solidFill>
                </a:rPr>
                <a:t>evt_0053 [44:35–45:30] score=2.6053, confidence=0.5975</a:t>
              </a:r>
            </a:p>
            <a:p>
              <a:pPr lvl="1"/>
              <a:r>
                <a:rPr lang="en-US" altLang="zh-CN" dirty="0">
                  <a:solidFill>
                    <a:schemeClr val="tx1"/>
                  </a:solidFill>
                </a:rPr>
                <a:t>stage, lights; matched participant: </a:t>
              </a:r>
              <a:r>
                <a:rPr lang="en-US" altLang="zh-CN" b="1" dirty="0">
                  <a:solidFill>
                    <a:srgbClr val="0070C0"/>
                  </a:solidFill>
                </a:rPr>
                <a:t>ent_000023 = lights </a:t>
              </a:r>
              <a:r>
                <a:rPr lang="en-US" altLang="zh-CN" dirty="0">
                  <a:solidFill>
                    <a:schemeClr val="tx1"/>
                  </a:solidFill>
                </a:rPr>
                <a:t>(confidence=0.95)</a:t>
              </a:r>
            </a:p>
            <a:p>
              <a:pPr lvl="1"/>
              <a:r>
                <a:rPr lang="en-US" altLang="zh-CN" dirty="0">
                  <a:solidFill>
                    <a:schemeClr val="tx1"/>
                  </a:solidFill>
                </a:rPr>
                <a:t>……</a:t>
              </a:r>
            </a:p>
            <a:p>
              <a:pPr lvl="1"/>
              <a:r>
                <a:rPr lang="en-US" altLang="zh-CN" dirty="0">
                  <a:solidFill>
                    <a:schemeClr val="tx1"/>
                  </a:solidFill>
                </a:rPr>
                <a:t>evt_0022 [16:40–17:10] darkness, lights</a:t>
              </a:r>
            </a:p>
            <a:p>
              <a:pPr lvl="1"/>
              <a:r>
                <a:rPr lang="en-US" altLang="zh-CN" dirty="0">
                  <a:solidFill>
                    <a:schemeClr val="tx1"/>
                  </a:solidFill>
                </a:rPr>
                <a:t>evt_0056 [47:30–48:00] lights, screens, stage</a:t>
              </a:r>
            </a:p>
            <a:p>
              <a:pPr lvl="1"/>
              <a:r>
                <a:rPr lang="en-US" altLang="zh-CN" dirty="0">
                  <a:solidFill>
                    <a:schemeClr val="tx1"/>
                  </a:solidFill>
                </a:rPr>
                <a:t>……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9" name="矩形: 圆角 28">
              <a:extLst>
                <a:ext uri="{FF2B5EF4-FFF2-40B4-BE49-F238E27FC236}">
                  <a16:creationId xmlns:a16="http://schemas.microsoft.com/office/drawing/2014/main" id="{4CB743FE-FF48-6C95-9754-9E43DF987E89}"/>
                </a:ext>
              </a:extLst>
            </p:cNvPr>
            <p:cNvSpPr/>
            <p:nvPr/>
          </p:nvSpPr>
          <p:spPr>
            <a:xfrm>
              <a:off x="1879600" y="8196436"/>
              <a:ext cx="8532653" cy="2280506"/>
            </a:xfrm>
            <a:prstGeom prst="roundRect">
              <a:avLst>
                <a:gd name="adj" fmla="val 6133"/>
              </a:avLst>
            </a:prstGeom>
            <a:solidFill>
              <a:srgbClr val="DCE5F5">
                <a:alpha val="50000"/>
              </a:srgbClr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2000" b="1" dirty="0">
                  <a:solidFill>
                    <a:schemeClr val="accent2">
                      <a:lumMod val="75000"/>
                    </a:schemeClr>
                  </a:solidFill>
                </a:rPr>
                <a:t>Segment-Level Retrieval :</a:t>
              </a:r>
            </a:p>
            <a:p>
              <a:r>
                <a:rPr lang="en-US" altLang="zh-CN" dirty="0">
                  <a:solidFill>
                    <a:schemeClr val="tx1"/>
                  </a:solidFill>
                </a:rPr>
                <a:t>Matched Segments:</a:t>
              </a:r>
            </a:p>
            <a:p>
              <a:pPr lvl="1"/>
              <a:r>
                <a:rPr lang="en-US" altLang="zh-CN" dirty="0">
                  <a:solidFill>
                    <a:schemeClr val="tx1"/>
                  </a:solidFill>
                </a:rPr>
                <a:t>seg_0108 [44:35–45:05] score=2.4863; entities: stage, white lights,</a:t>
              </a:r>
              <a:r>
                <a:rPr lang="zh-CN" altLang="en-US" dirty="0">
                  <a:solidFill>
                    <a:schemeClr val="tx1"/>
                  </a:solidFill>
                </a:rPr>
                <a:t> </a:t>
              </a:r>
              <a:r>
                <a:rPr lang="en-US" altLang="zh-CN" dirty="0">
                  <a:solidFill>
                    <a:schemeClr val="tx1"/>
                  </a:solidFill>
                </a:rPr>
                <a:t>colored lights; predicates: none; matched entity: </a:t>
              </a:r>
              <a:r>
                <a:rPr lang="en-US" altLang="zh-CN" b="1" dirty="0">
                  <a:solidFill>
                    <a:srgbClr val="0070C0"/>
                  </a:solidFill>
                </a:rPr>
                <a:t>ent_000026 = white lights </a:t>
              </a:r>
              <a:r>
                <a:rPr lang="en-US" altLang="zh-CN" dirty="0">
                  <a:solidFill>
                    <a:schemeClr val="tx1"/>
                  </a:solidFill>
                </a:rPr>
                <a:t>(confidence=0.95)</a:t>
              </a:r>
            </a:p>
            <a:p>
              <a:pPr lvl="1"/>
              <a:r>
                <a:rPr lang="en-US" altLang="zh-CN" dirty="0">
                  <a:solidFill>
                    <a:schemeClr val="tx1"/>
                  </a:solidFill>
                </a:rPr>
                <a:t>……</a:t>
              </a:r>
              <a:endParaRPr lang="zh-CN" altLang="en-US" dirty="0">
                <a:solidFill>
                  <a:schemeClr val="tx1"/>
                </a:solidFill>
              </a:endParaRPr>
            </a:p>
            <a:p>
              <a:pPr lvl="1"/>
              <a:r>
                <a:rPr lang="en-US" altLang="zh-CN" dirty="0">
                  <a:solidFill>
                    <a:schemeClr val="tx1"/>
                  </a:solidFill>
                </a:rPr>
                <a:t>seg_0109 [45:00–45:30] score=2.4863; entities: stage, lights; predicates: none</a:t>
              </a:r>
            </a:p>
            <a:p>
              <a:pPr lvl="1"/>
              <a:r>
                <a:rPr lang="en-US" altLang="zh-CN" dirty="0">
                  <a:solidFill>
                    <a:schemeClr val="tx1"/>
                  </a:solidFill>
                </a:rPr>
                <a:t>seg_0184 [75:15–76:40] score=2.4316; entities: person, stage, crowd, lights</a:t>
              </a:r>
            </a:p>
            <a:p>
              <a:pPr lvl="1"/>
              <a:r>
                <a:rPr lang="en-US" altLang="zh-CN" dirty="0">
                  <a:solidFill>
                    <a:schemeClr val="tx1"/>
                  </a:solidFill>
                </a:rPr>
                <a:t>……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pic>
          <p:nvPicPr>
            <p:cNvPr id="33" name="图片 32">
              <a:extLst>
                <a:ext uri="{FF2B5EF4-FFF2-40B4-BE49-F238E27FC236}">
                  <a16:creationId xmlns:a16="http://schemas.microsoft.com/office/drawing/2014/main" id="{750760A3-74F0-98ED-250D-627027A68F5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94857" y="11945133"/>
              <a:ext cx="911186" cy="911186"/>
            </a:xfrm>
            <a:prstGeom prst="rect">
              <a:avLst/>
            </a:prstGeom>
          </p:spPr>
        </p:pic>
        <p:pic>
          <p:nvPicPr>
            <p:cNvPr id="41" name="图片 40">
              <a:extLst>
                <a:ext uri="{FF2B5EF4-FFF2-40B4-BE49-F238E27FC236}">
                  <a16:creationId xmlns:a16="http://schemas.microsoft.com/office/drawing/2014/main" id="{1E9F2A99-35B9-D39A-D7F7-31DC60E2BE4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82416" y="3844689"/>
              <a:ext cx="342904" cy="342904"/>
            </a:xfrm>
            <a:prstGeom prst="rect">
              <a:avLst/>
            </a:prstGeom>
          </p:spPr>
        </p:pic>
      </p:grpSp>
      <p:grpSp>
        <p:nvGrpSpPr>
          <p:cNvPr id="164" name="组合 163">
            <a:extLst>
              <a:ext uri="{FF2B5EF4-FFF2-40B4-BE49-F238E27FC236}">
                <a16:creationId xmlns:a16="http://schemas.microsoft.com/office/drawing/2014/main" id="{2FDB2442-FBC5-0E71-5ADB-E97BE3047168}"/>
              </a:ext>
            </a:extLst>
          </p:cNvPr>
          <p:cNvGrpSpPr/>
          <p:nvPr/>
        </p:nvGrpSpPr>
        <p:grpSpPr>
          <a:xfrm>
            <a:off x="10412253" y="4659177"/>
            <a:ext cx="4571225" cy="11125164"/>
            <a:chOff x="10460796" y="4752137"/>
            <a:chExt cx="4571225" cy="11125164"/>
          </a:xfrm>
        </p:grpSpPr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793B5536-B75E-2212-A4C5-6DA632E6B794}"/>
                </a:ext>
              </a:extLst>
            </p:cNvPr>
            <p:cNvSpPr txBox="1"/>
            <p:nvPr/>
          </p:nvSpPr>
          <p:spPr>
            <a:xfrm>
              <a:off x="10460796" y="4752137"/>
              <a:ext cx="4571225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US" altLang="zh-CN" sz="2800" b="1" dirty="0">
                  <a:solidFill>
                    <a:srgbClr val="1F2329"/>
                  </a:solidFill>
                </a:rPr>
                <a:t>Hierarchical </a:t>
              </a:r>
              <a:r>
                <a:rPr lang="en-US" altLang="zh-CN" sz="2800" b="1" dirty="0" err="1">
                  <a:solidFill>
                    <a:srgbClr val="1F2329"/>
                  </a:solidFill>
                </a:rPr>
                <a:t>Spatio</a:t>
              </a:r>
              <a:r>
                <a:rPr lang="en-US" altLang="zh-CN" sz="2800" b="1" dirty="0">
                  <a:solidFill>
                    <a:srgbClr val="1F2329"/>
                  </a:solidFill>
                </a:rPr>
                <a:t>-Temporal Scene Graph Representation</a:t>
              </a:r>
            </a:p>
          </p:txBody>
        </p:sp>
        <p:grpSp>
          <p:nvGrpSpPr>
            <p:cNvPr id="163" name="组合 162">
              <a:extLst>
                <a:ext uri="{FF2B5EF4-FFF2-40B4-BE49-F238E27FC236}">
                  <a16:creationId xmlns:a16="http://schemas.microsoft.com/office/drawing/2014/main" id="{3C8C0229-72A8-57B7-E6BB-C8606A2A7225}"/>
                </a:ext>
              </a:extLst>
            </p:cNvPr>
            <p:cNvGrpSpPr/>
            <p:nvPr/>
          </p:nvGrpSpPr>
          <p:grpSpPr>
            <a:xfrm>
              <a:off x="10648272" y="5741041"/>
              <a:ext cx="4038076" cy="10136260"/>
              <a:chOff x="10520947" y="5810491"/>
              <a:chExt cx="4038076" cy="10136260"/>
            </a:xfrm>
          </p:grpSpPr>
          <p:sp>
            <p:nvSpPr>
              <p:cNvPr id="19" name="矩形: 圆角 18">
                <a:extLst>
                  <a:ext uri="{FF2B5EF4-FFF2-40B4-BE49-F238E27FC236}">
                    <a16:creationId xmlns:a16="http://schemas.microsoft.com/office/drawing/2014/main" id="{A94319A8-D0D1-6A26-1BF8-D8EBC7589BD9}"/>
                  </a:ext>
                </a:extLst>
              </p:cNvPr>
              <p:cNvSpPr/>
              <p:nvPr/>
            </p:nvSpPr>
            <p:spPr>
              <a:xfrm>
                <a:off x="10520947" y="5810491"/>
                <a:ext cx="4038076" cy="10136260"/>
              </a:xfrm>
              <a:prstGeom prst="roundRect">
                <a:avLst>
                  <a:gd name="adj" fmla="val 5539"/>
                </a:avLst>
              </a:prstGeom>
              <a:solidFill>
                <a:schemeClr val="accent3">
                  <a:lumMod val="20000"/>
                  <a:lumOff val="80000"/>
                  <a:alpha val="69093"/>
                </a:schemeClr>
              </a:solidFill>
              <a:ln w="28575">
                <a:solidFill>
                  <a:schemeClr val="accent1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altLang="zh-CN" b="1" dirty="0"/>
              </a:p>
            </p:txBody>
          </p:sp>
          <p:sp>
            <p:nvSpPr>
              <p:cNvPr id="3" name="矩形: 圆角 2">
                <a:extLst>
                  <a:ext uri="{FF2B5EF4-FFF2-40B4-BE49-F238E27FC236}">
                    <a16:creationId xmlns:a16="http://schemas.microsoft.com/office/drawing/2014/main" id="{6C956F2C-BF83-5EA8-3833-343B403822C2}"/>
                  </a:ext>
                </a:extLst>
              </p:cNvPr>
              <p:cNvSpPr/>
              <p:nvPr/>
            </p:nvSpPr>
            <p:spPr>
              <a:xfrm>
                <a:off x="10629831" y="9987456"/>
                <a:ext cx="3815678" cy="2647335"/>
              </a:xfrm>
              <a:prstGeom prst="roundRect">
                <a:avLst/>
              </a:prstGeom>
              <a:solidFill>
                <a:srgbClr val="E3BFD9">
                  <a:alpha val="70000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 dirty="0"/>
              </a:p>
            </p:txBody>
          </p:sp>
          <p:cxnSp>
            <p:nvCxnSpPr>
              <p:cNvPr id="82" name="直接箭头连接符 81">
                <a:extLst>
                  <a:ext uri="{FF2B5EF4-FFF2-40B4-BE49-F238E27FC236}">
                    <a16:creationId xmlns:a16="http://schemas.microsoft.com/office/drawing/2014/main" id="{6CE11BAB-8E15-B382-E517-9063ED3E7BCF}"/>
                  </a:ext>
                </a:extLst>
              </p:cNvPr>
              <p:cNvCxnSpPr/>
              <p:nvPr/>
            </p:nvCxnSpPr>
            <p:spPr>
              <a:xfrm>
                <a:off x="13055320" y="9443739"/>
                <a:ext cx="0" cy="543717"/>
              </a:xfrm>
              <a:prstGeom prst="straightConnector1">
                <a:avLst/>
              </a:prstGeom>
              <a:ln w="57150"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4" name="文本框 93">
                <a:extLst>
                  <a:ext uri="{FF2B5EF4-FFF2-40B4-BE49-F238E27FC236}">
                    <a16:creationId xmlns:a16="http://schemas.microsoft.com/office/drawing/2014/main" id="{2AD18DDE-301E-9695-41EB-E40D1BF71E60}"/>
                  </a:ext>
                </a:extLst>
              </p:cNvPr>
              <p:cNvSpPr txBox="1"/>
              <p:nvPr/>
            </p:nvSpPr>
            <p:spPr>
              <a:xfrm>
                <a:off x="11842575" y="9454713"/>
                <a:ext cx="113588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chemeClr val="accent6">
                        <a:lumMod val="50000"/>
                      </a:schemeClr>
                    </a:solidFill>
                  </a:rPr>
                  <a:t>contain</a:t>
                </a:r>
                <a:endParaRPr lang="zh-CN" altLang="en-US" sz="2400" b="1" dirty="0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" name="矩形: 圆角 1">
                <a:extLst>
                  <a:ext uri="{FF2B5EF4-FFF2-40B4-BE49-F238E27FC236}">
                    <a16:creationId xmlns:a16="http://schemas.microsoft.com/office/drawing/2014/main" id="{CBCA6EF8-601E-2771-5A0F-CD0D2EC1EC4C}"/>
                  </a:ext>
                </a:extLst>
              </p:cNvPr>
              <p:cNvSpPr/>
              <p:nvPr/>
            </p:nvSpPr>
            <p:spPr>
              <a:xfrm>
                <a:off x="10629831" y="7929688"/>
                <a:ext cx="3815678" cy="1511161"/>
              </a:xfrm>
              <a:prstGeom prst="roundRect">
                <a:avLst/>
              </a:prstGeom>
              <a:solidFill>
                <a:srgbClr val="FBEBF1">
                  <a:alpha val="60000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6" name="文本框 95">
                <a:extLst>
                  <a:ext uri="{FF2B5EF4-FFF2-40B4-BE49-F238E27FC236}">
                    <a16:creationId xmlns:a16="http://schemas.microsoft.com/office/drawing/2014/main" id="{C482EAD4-F74E-3BAE-9F4A-D0C9119952AB}"/>
                  </a:ext>
                </a:extLst>
              </p:cNvPr>
              <p:cNvSpPr txBox="1"/>
              <p:nvPr/>
            </p:nvSpPr>
            <p:spPr>
              <a:xfrm>
                <a:off x="10764041" y="8045673"/>
                <a:ext cx="346560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400" b="1" dirty="0">
                    <a:solidFill>
                      <a:schemeClr val="accent4">
                        <a:lumMod val="75000"/>
                      </a:schemeClr>
                    </a:solidFill>
                  </a:rPr>
                  <a:t>Global</a:t>
                </a:r>
                <a:r>
                  <a:rPr lang="en-US" altLang="zh-CN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CN" dirty="0">
                    <a:solidFill>
                      <a:schemeClr val="tx1"/>
                    </a:solidFill>
                  </a:rPr>
                  <a:t>evt_0053 [44:35–45:30] </a:t>
                </a:r>
                <a:endParaRPr lang="zh-CN" altLang="en-US" dirty="0"/>
              </a:p>
            </p:txBody>
          </p:sp>
          <p:sp>
            <p:nvSpPr>
              <p:cNvPr id="101" name="矩形: 圆角 100">
                <a:extLst>
                  <a:ext uri="{FF2B5EF4-FFF2-40B4-BE49-F238E27FC236}">
                    <a16:creationId xmlns:a16="http://schemas.microsoft.com/office/drawing/2014/main" id="{547A851E-1EAE-ED38-C217-F664286AAC89}"/>
                  </a:ext>
                </a:extLst>
              </p:cNvPr>
              <p:cNvSpPr/>
              <p:nvPr/>
            </p:nvSpPr>
            <p:spPr>
              <a:xfrm>
                <a:off x="11164365" y="8720265"/>
                <a:ext cx="1013220" cy="462756"/>
              </a:xfrm>
              <a:prstGeom prst="roundRect">
                <a:avLst>
                  <a:gd name="adj" fmla="val 50000"/>
                </a:avLst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schemeClr val="tx1"/>
                    </a:solidFill>
                  </a:rPr>
                  <a:t>Lights</a:t>
                </a:r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4" name="矩形: 圆角 103">
                <a:extLst>
                  <a:ext uri="{FF2B5EF4-FFF2-40B4-BE49-F238E27FC236}">
                    <a16:creationId xmlns:a16="http://schemas.microsoft.com/office/drawing/2014/main" id="{AE969760-D3E9-DACD-B807-823BD219621F}"/>
                  </a:ext>
                </a:extLst>
              </p:cNvPr>
              <p:cNvSpPr/>
              <p:nvPr/>
            </p:nvSpPr>
            <p:spPr>
              <a:xfrm>
                <a:off x="12727359" y="8720265"/>
                <a:ext cx="1013220" cy="462756"/>
              </a:xfrm>
              <a:prstGeom prst="roundRect">
                <a:avLst>
                  <a:gd name="adj" fmla="val 50000"/>
                </a:avLst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schemeClr val="tx1"/>
                    </a:solidFill>
                  </a:rPr>
                  <a:t>Stage</a:t>
                </a:r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3DB18DF5-5F3A-7EA9-2C0A-B649A7319378}"/>
                  </a:ext>
                </a:extLst>
              </p:cNvPr>
              <p:cNvSpPr txBox="1"/>
              <p:nvPr/>
            </p:nvSpPr>
            <p:spPr>
              <a:xfrm>
                <a:off x="10682490" y="10095646"/>
                <a:ext cx="377471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2400" b="1" dirty="0">
                    <a:solidFill>
                      <a:schemeClr val="accent2">
                        <a:lumMod val="75000"/>
                      </a:schemeClr>
                    </a:solidFill>
                  </a:rPr>
                  <a:t>Segment</a:t>
                </a:r>
                <a:r>
                  <a:rPr lang="en-US" altLang="zh-CN" sz="2000" b="1" dirty="0">
                    <a:solidFill>
                      <a:schemeClr val="accent2">
                        <a:lumMod val="75000"/>
                      </a:schemeClr>
                    </a:solidFill>
                  </a:rPr>
                  <a:t> </a:t>
                </a:r>
                <a:r>
                  <a:rPr lang="en-US" altLang="zh-CN" dirty="0"/>
                  <a:t>seg_0108 [44:35–45:05] </a:t>
                </a:r>
                <a:endParaRPr lang="zh-CN" altLang="en-US" sz="1800" dirty="0"/>
              </a:p>
            </p:txBody>
          </p:sp>
          <p:cxnSp>
            <p:nvCxnSpPr>
              <p:cNvPr id="43" name="直接箭头连接符 42">
                <a:extLst>
                  <a:ext uri="{FF2B5EF4-FFF2-40B4-BE49-F238E27FC236}">
                    <a16:creationId xmlns:a16="http://schemas.microsoft.com/office/drawing/2014/main" id="{629C168D-0DDA-B6A0-7608-4E1B7EBBF384}"/>
                  </a:ext>
                </a:extLst>
              </p:cNvPr>
              <p:cNvCxnSpPr/>
              <p:nvPr/>
            </p:nvCxnSpPr>
            <p:spPr>
              <a:xfrm>
                <a:off x="13103602" y="12637089"/>
                <a:ext cx="0" cy="543717"/>
              </a:xfrm>
              <a:prstGeom prst="straightConnector1">
                <a:avLst/>
              </a:prstGeom>
              <a:ln w="57150"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E28DBCAB-5176-CBE6-2C5E-F3260BD003C2}"/>
                  </a:ext>
                </a:extLst>
              </p:cNvPr>
              <p:cNvSpPr txBox="1"/>
              <p:nvPr/>
            </p:nvSpPr>
            <p:spPr>
              <a:xfrm>
                <a:off x="11890857" y="12648063"/>
                <a:ext cx="113588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chemeClr val="accent6">
                        <a:lumMod val="50000"/>
                      </a:schemeClr>
                    </a:solidFill>
                  </a:rPr>
                  <a:t>contain</a:t>
                </a:r>
                <a:endParaRPr lang="zh-CN" altLang="en-US" sz="2400" b="1" dirty="0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  <p:grpSp>
            <p:nvGrpSpPr>
              <p:cNvPr id="162" name="组合 161">
                <a:extLst>
                  <a:ext uri="{FF2B5EF4-FFF2-40B4-BE49-F238E27FC236}">
                    <a16:creationId xmlns:a16="http://schemas.microsoft.com/office/drawing/2014/main" id="{29053CB4-5457-B5B8-BC4A-69D5E711714A}"/>
                  </a:ext>
                </a:extLst>
              </p:cNvPr>
              <p:cNvGrpSpPr/>
              <p:nvPr/>
            </p:nvGrpSpPr>
            <p:grpSpPr>
              <a:xfrm>
                <a:off x="10670791" y="5922230"/>
                <a:ext cx="3670628" cy="1855426"/>
                <a:chOff x="10854756" y="1976582"/>
                <a:chExt cx="3670628" cy="1855426"/>
              </a:xfrm>
            </p:grpSpPr>
            <p:sp>
              <p:nvSpPr>
                <p:cNvPr id="109" name="矩形 108">
                  <a:extLst>
                    <a:ext uri="{FF2B5EF4-FFF2-40B4-BE49-F238E27FC236}">
                      <a16:creationId xmlns:a16="http://schemas.microsoft.com/office/drawing/2014/main" id="{A65B9113-DE15-0D0A-52D2-CBDDF2FA547F}"/>
                    </a:ext>
                  </a:extLst>
                </p:cNvPr>
                <p:cNvSpPr/>
                <p:nvPr/>
              </p:nvSpPr>
              <p:spPr>
                <a:xfrm>
                  <a:off x="10854758" y="1976582"/>
                  <a:ext cx="3670626" cy="1855426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  <a:alpha val="49402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12" name="文本框 111">
                  <a:extLst>
                    <a:ext uri="{FF2B5EF4-FFF2-40B4-BE49-F238E27FC236}">
                      <a16:creationId xmlns:a16="http://schemas.microsoft.com/office/drawing/2014/main" id="{873C063D-E95B-8A17-B83D-D43CE22B5F07}"/>
                    </a:ext>
                  </a:extLst>
                </p:cNvPr>
                <p:cNvSpPr txBox="1"/>
                <p:nvPr/>
              </p:nvSpPr>
              <p:spPr>
                <a:xfrm>
                  <a:off x="10930720" y="2036961"/>
                  <a:ext cx="3007879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>
                    <a:buNone/>
                  </a:pPr>
                  <a:r>
                    <a:rPr lang="en-US" altLang="zh-CN" sz="2400" b="1" dirty="0">
                      <a:solidFill>
                        <a:srgbClr val="1F2329"/>
                      </a:solidFill>
                      <a:effectLst/>
                    </a:rPr>
                    <a:t>Video Entity Registry</a:t>
                  </a:r>
                </a:p>
              </p:txBody>
            </p:sp>
            <p:cxnSp>
              <p:nvCxnSpPr>
                <p:cNvPr id="114" name="直接连接符 113">
                  <a:extLst>
                    <a:ext uri="{FF2B5EF4-FFF2-40B4-BE49-F238E27FC236}">
                      <a16:creationId xmlns:a16="http://schemas.microsoft.com/office/drawing/2014/main" id="{29BEC362-2A85-5CEF-BA03-10284298596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854756" y="2510818"/>
                  <a:ext cx="3670627" cy="0"/>
                </a:xfrm>
                <a:prstGeom prst="line">
                  <a:avLst/>
                </a:prstGeom>
                <a:ln w="12700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6" name="文本框 115">
                  <a:extLst>
                    <a:ext uri="{FF2B5EF4-FFF2-40B4-BE49-F238E27FC236}">
                      <a16:creationId xmlns:a16="http://schemas.microsoft.com/office/drawing/2014/main" id="{99062194-51A3-1DD1-9DC9-E8BC466CB3B5}"/>
                    </a:ext>
                  </a:extLst>
                </p:cNvPr>
                <p:cNvSpPr txBox="1"/>
                <p:nvPr/>
              </p:nvSpPr>
              <p:spPr>
                <a:xfrm>
                  <a:off x="10942912" y="2560606"/>
                  <a:ext cx="3514296" cy="114351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30000"/>
                    </a:lnSpc>
                  </a:pPr>
                  <a:r>
                    <a:rPr lang="en-US" altLang="zh-CN" dirty="0"/>
                    <a:t>1. White Lights	2.  Stage</a:t>
                  </a:r>
                </a:p>
                <a:p>
                  <a:pPr>
                    <a:lnSpc>
                      <a:spcPct val="130000"/>
                    </a:lnSpc>
                  </a:pPr>
                  <a:r>
                    <a:rPr lang="en-US" altLang="zh-CN" dirty="0"/>
                    <a:t>3. Colored Lights	4. White Light</a:t>
                  </a:r>
                </a:p>
                <a:p>
                  <a:pPr>
                    <a:lnSpc>
                      <a:spcPct val="130000"/>
                    </a:lnSpc>
                  </a:pPr>
                  <a:r>
                    <a:rPr lang="en-US" altLang="zh-CN" dirty="0"/>
                    <a:t>5.  … …</a:t>
                  </a:r>
                  <a:endParaRPr lang="zh-CN" altLang="en-US" dirty="0"/>
                </a:p>
              </p:txBody>
            </p:sp>
            <p:pic>
              <p:nvPicPr>
                <p:cNvPr id="120" name="图片 119">
                  <a:extLst>
                    <a:ext uri="{FF2B5EF4-FFF2-40B4-BE49-F238E27FC236}">
                      <a16:creationId xmlns:a16="http://schemas.microsoft.com/office/drawing/2014/main" id="{E1A29DB9-99EA-BB14-0F24-403AA288BDD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3985133" y="2044527"/>
                  <a:ext cx="442613" cy="397575"/>
                </a:xfrm>
                <a:prstGeom prst="rect">
                  <a:avLst/>
                </a:prstGeom>
              </p:spPr>
            </p:pic>
          </p:grpSp>
          <p:sp>
            <p:nvSpPr>
              <p:cNvPr id="4" name="矩形: 圆角 3">
                <a:extLst>
                  <a:ext uri="{FF2B5EF4-FFF2-40B4-BE49-F238E27FC236}">
                    <a16:creationId xmlns:a16="http://schemas.microsoft.com/office/drawing/2014/main" id="{E87F11ED-A1E4-0B29-3791-D310C8C19F7D}"/>
                  </a:ext>
                </a:extLst>
              </p:cNvPr>
              <p:cNvSpPr/>
              <p:nvPr/>
            </p:nvSpPr>
            <p:spPr>
              <a:xfrm>
                <a:off x="10618132" y="13183244"/>
                <a:ext cx="3815678" cy="2647335"/>
              </a:xfrm>
              <a:prstGeom prst="roundRect">
                <a:avLst/>
              </a:prstGeom>
              <a:solidFill>
                <a:srgbClr val="D6D2E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 dirty="0"/>
              </a:p>
            </p:txBody>
          </p:sp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8205C530-5D79-48AD-295C-E221854C60A8}"/>
                  </a:ext>
                </a:extLst>
              </p:cNvPr>
              <p:cNvSpPr txBox="1"/>
              <p:nvPr/>
            </p:nvSpPr>
            <p:spPr>
              <a:xfrm>
                <a:off x="10670791" y="13291434"/>
                <a:ext cx="377471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2400" b="1" dirty="0">
                    <a:solidFill>
                      <a:srgbClr val="7030A0"/>
                    </a:solidFill>
                  </a:rPr>
                  <a:t>Frame</a:t>
                </a:r>
                <a:r>
                  <a:rPr lang="zh-CN" altLang="en-US" sz="2400" b="1" dirty="0">
                    <a:solidFill>
                      <a:srgbClr val="7030A0"/>
                    </a:solidFill>
                  </a:rPr>
                  <a:t> </a:t>
                </a:r>
                <a:r>
                  <a:rPr lang="en-US" altLang="zh-CN" dirty="0"/>
                  <a:t>fra_0257 [45:05–45:10]</a:t>
                </a:r>
                <a:endParaRPr lang="zh-CN" altLang="en-US" sz="1800" dirty="0"/>
              </a:p>
            </p:txBody>
          </p:sp>
          <p:sp>
            <p:nvSpPr>
              <p:cNvPr id="103" name="矩形: 圆角 102">
                <a:extLst>
                  <a:ext uri="{FF2B5EF4-FFF2-40B4-BE49-F238E27FC236}">
                    <a16:creationId xmlns:a16="http://schemas.microsoft.com/office/drawing/2014/main" id="{C0794866-FEB8-65B3-F8E3-A78014448D61}"/>
                  </a:ext>
                </a:extLst>
              </p:cNvPr>
              <p:cNvSpPr/>
              <p:nvPr/>
            </p:nvSpPr>
            <p:spPr>
              <a:xfrm>
                <a:off x="11120843" y="10899153"/>
                <a:ext cx="1498652" cy="462756"/>
              </a:xfrm>
              <a:prstGeom prst="roundRect">
                <a:avLst>
                  <a:gd name="adj" fmla="val 50000"/>
                </a:avLst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schemeClr val="tx1"/>
                    </a:solidFill>
                  </a:rPr>
                  <a:t>Colored Lights</a:t>
                </a:r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1" name="矩形: 圆角 110">
                <a:extLst>
                  <a:ext uri="{FF2B5EF4-FFF2-40B4-BE49-F238E27FC236}">
                    <a16:creationId xmlns:a16="http://schemas.microsoft.com/office/drawing/2014/main" id="{2669204B-4317-0DE6-A790-BA9E7F96DC29}"/>
                  </a:ext>
                </a:extLst>
              </p:cNvPr>
              <p:cNvSpPr/>
              <p:nvPr/>
            </p:nvSpPr>
            <p:spPr>
              <a:xfrm>
                <a:off x="13092118" y="11256975"/>
                <a:ext cx="1013220" cy="462756"/>
              </a:xfrm>
              <a:prstGeom prst="roundRect">
                <a:avLst>
                  <a:gd name="adj" fmla="val 50000"/>
                </a:avLst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schemeClr val="tx1"/>
                    </a:solidFill>
                  </a:rPr>
                  <a:t>Stage</a:t>
                </a:r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3" name="矩形: 圆角 112">
                <a:extLst>
                  <a:ext uri="{FF2B5EF4-FFF2-40B4-BE49-F238E27FC236}">
                    <a16:creationId xmlns:a16="http://schemas.microsoft.com/office/drawing/2014/main" id="{B67CE347-92E5-D859-4A2B-D4B2D8EAF6A1}"/>
                  </a:ext>
                </a:extLst>
              </p:cNvPr>
              <p:cNvSpPr/>
              <p:nvPr/>
            </p:nvSpPr>
            <p:spPr>
              <a:xfrm>
                <a:off x="11120842" y="11670402"/>
                <a:ext cx="1505497" cy="462756"/>
              </a:xfrm>
              <a:prstGeom prst="roundRect">
                <a:avLst>
                  <a:gd name="adj" fmla="val 50000"/>
                </a:avLst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schemeClr val="tx1"/>
                    </a:solidFill>
                  </a:rPr>
                  <a:t>White Lights</a:t>
                </a:r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0" name="矩形: 圆角 129">
                <a:extLst>
                  <a:ext uri="{FF2B5EF4-FFF2-40B4-BE49-F238E27FC236}">
                    <a16:creationId xmlns:a16="http://schemas.microsoft.com/office/drawing/2014/main" id="{61C35F06-2EC3-0ECB-3051-515FB215B4F3}"/>
                  </a:ext>
                </a:extLst>
              </p:cNvPr>
              <p:cNvSpPr/>
              <p:nvPr/>
            </p:nvSpPr>
            <p:spPr>
              <a:xfrm>
                <a:off x="10943932" y="14980374"/>
                <a:ext cx="1277189" cy="462756"/>
              </a:xfrm>
              <a:prstGeom prst="roundRect">
                <a:avLst>
                  <a:gd name="adj" fmla="val 50000"/>
                </a:avLst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schemeClr val="tx1"/>
                    </a:solidFill>
                  </a:rPr>
                  <a:t>White Light</a:t>
                </a:r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1" name="矩形: 圆角 130">
                <a:extLst>
                  <a:ext uri="{FF2B5EF4-FFF2-40B4-BE49-F238E27FC236}">
                    <a16:creationId xmlns:a16="http://schemas.microsoft.com/office/drawing/2014/main" id="{7EBD1E78-61D7-3420-E3FD-9897E132D7BE}"/>
                  </a:ext>
                </a:extLst>
              </p:cNvPr>
              <p:cNvSpPr/>
              <p:nvPr/>
            </p:nvSpPr>
            <p:spPr>
              <a:xfrm>
                <a:off x="12751853" y="14060275"/>
                <a:ext cx="1277189" cy="462756"/>
              </a:xfrm>
              <a:prstGeom prst="roundRect">
                <a:avLst>
                  <a:gd name="adj" fmla="val 50000"/>
                </a:avLst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schemeClr val="tx1"/>
                    </a:solidFill>
                  </a:rPr>
                  <a:t>White Light</a:t>
                </a:r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3" name="矩形: 圆角 132">
                <a:extLst>
                  <a:ext uri="{FF2B5EF4-FFF2-40B4-BE49-F238E27FC236}">
                    <a16:creationId xmlns:a16="http://schemas.microsoft.com/office/drawing/2014/main" id="{ACF0A940-8688-3C6B-41B5-8EF6832F86AE}"/>
                  </a:ext>
                </a:extLst>
              </p:cNvPr>
              <p:cNvSpPr/>
              <p:nvPr/>
            </p:nvSpPr>
            <p:spPr>
              <a:xfrm>
                <a:off x="10938851" y="14060275"/>
                <a:ext cx="1277189" cy="462756"/>
              </a:xfrm>
              <a:prstGeom prst="roundRect">
                <a:avLst>
                  <a:gd name="adj" fmla="val 50000"/>
                </a:avLst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schemeClr val="tx1"/>
                    </a:solidFill>
                  </a:rPr>
                  <a:t>White Light</a:t>
                </a:r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4" name="矩形: 圆角 133">
                <a:extLst>
                  <a:ext uri="{FF2B5EF4-FFF2-40B4-BE49-F238E27FC236}">
                    <a16:creationId xmlns:a16="http://schemas.microsoft.com/office/drawing/2014/main" id="{C8FB78CE-3C1D-FD5B-5216-2A7456201E47}"/>
                  </a:ext>
                </a:extLst>
              </p:cNvPr>
              <p:cNvSpPr/>
              <p:nvPr/>
            </p:nvSpPr>
            <p:spPr>
              <a:xfrm>
                <a:off x="12884880" y="14982805"/>
                <a:ext cx="1013220" cy="462756"/>
              </a:xfrm>
              <a:prstGeom prst="roundRect">
                <a:avLst>
                  <a:gd name="adj" fmla="val 50000"/>
                </a:avLst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schemeClr val="tx1"/>
                    </a:solidFill>
                  </a:rPr>
                  <a:t>Stage</a:t>
                </a:r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35" name="文本框 134">
                    <a:extLst>
                      <a:ext uri="{FF2B5EF4-FFF2-40B4-BE49-F238E27FC236}">
                        <a16:creationId xmlns:a16="http://schemas.microsoft.com/office/drawing/2014/main" id="{BBB6EB27-8E72-1404-AF62-C864A1F6861F}"/>
                      </a:ext>
                    </a:extLst>
                  </p:cNvPr>
                  <p:cNvSpPr txBox="1"/>
                  <p:nvPr/>
                </p:nvSpPr>
                <p:spPr>
                  <a:xfrm>
                    <a:off x="11742502" y="15231963"/>
                    <a:ext cx="72808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dirty="0" smtClean="0">
                              <a:solidFill>
                                <a:srgbClr val="C000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×10</m:t>
                          </m:r>
                        </m:oMath>
                      </m:oMathPara>
                    </a14:m>
                  </a:p>
                </p:txBody>
              </p:sp>
            </mc:Choice>
            <mc:Fallback>
              <p:sp>
                <p:nvSpPr>
                  <p:cNvPr id="135" name="文本框 134">
                    <a:extLst>
                      <a:ext uri="{FF2B5EF4-FFF2-40B4-BE49-F238E27FC236}">
                        <a16:creationId xmlns:a16="http://schemas.microsoft.com/office/drawing/2014/main" id="{BBB6EB27-8E72-1404-AF62-C864A1F6861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742502" y="15231963"/>
                    <a:ext cx="728084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t="-11475" r="-11667" b="-29508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36" name="文本框 135">
                    <a:extLst>
                      <a:ext uri="{FF2B5EF4-FFF2-40B4-BE49-F238E27FC236}">
                        <a16:creationId xmlns:a16="http://schemas.microsoft.com/office/drawing/2014/main" id="{D1E732D2-5826-EA95-7F9B-0894F8022A39}"/>
                      </a:ext>
                    </a:extLst>
                  </p:cNvPr>
                  <p:cNvSpPr txBox="1"/>
                  <p:nvPr/>
                </p:nvSpPr>
                <p:spPr>
                  <a:xfrm>
                    <a:off x="13537458" y="14298310"/>
                    <a:ext cx="72808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dirty="0" smtClean="0">
                              <a:solidFill>
                                <a:srgbClr val="C000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×10</m:t>
                          </m:r>
                        </m:oMath>
                      </m:oMathPara>
                    </a14:m>
                  </a:p>
                </p:txBody>
              </p:sp>
            </mc:Choice>
            <mc:Fallback>
              <p:sp>
                <p:nvSpPr>
                  <p:cNvPr id="136" name="文本框 135">
                    <a:extLst>
                      <a:ext uri="{FF2B5EF4-FFF2-40B4-BE49-F238E27FC236}">
                        <a16:creationId xmlns:a16="http://schemas.microsoft.com/office/drawing/2014/main" id="{D1E732D2-5826-EA95-7F9B-0894F8022A3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537458" y="14298310"/>
                    <a:ext cx="728084" cy="36933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t="-11667" r="-12605" b="-31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41" name="直接箭头连接符 140">
                <a:extLst>
                  <a:ext uri="{FF2B5EF4-FFF2-40B4-BE49-F238E27FC236}">
                    <a16:creationId xmlns:a16="http://schemas.microsoft.com/office/drawing/2014/main" id="{4AE41676-FFFB-35E7-F967-6803E9423723}"/>
                  </a:ext>
                </a:extLst>
              </p:cNvPr>
              <p:cNvCxnSpPr>
                <a:cxnSpLocks/>
                <a:stCxn id="131" idx="2"/>
                <a:endCxn id="134" idx="0"/>
              </p:cNvCxnSpPr>
              <p:nvPr/>
            </p:nvCxnSpPr>
            <p:spPr>
              <a:xfrm>
                <a:off x="13390448" y="14523031"/>
                <a:ext cx="1042" cy="459774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直接箭头连接符 154">
                <a:extLst>
                  <a:ext uri="{FF2B5EF4-FFF2-40B4-BE49-F238E27FC236}">
                    <a16:creationId xmlns:a16="http://schemas.microsoft.com/office/drawing/2014/main" id="{7CE430D8-DD73-60E0-79AE-96F77E38547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141200" y="14457680"/>
                <a:ext cx="800100" cy="59182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直接箭头连接符 151">
                <a:extLst>
                  <a:ext uri="{FF2B5EF4-FFF2-40B4-BE49-F238E27FC236}">
                    <a16:creationId xmlns:a16="http://schemas.microsoft.com/office/drawing/2014/main" id="{8D014699-C46D-A832-9D94-E77252651DA3}"/>
                  </a:ext>
                </a:extLst>
              </p:cNvPr>
              <p:cNvCxnSpPr>
                <a:cxnSpLocks/>
                <a:stCxn id="130" idx="3"/>
                <a:endCxn id="134" idx="1"/>
              </p:cNvCxnSpPr>
              <p:nvPr/>
            </p:nvCxnSpPr>
            <p:spPr>
              <a:xfrm>
                <a:off x="12221121" y="15211752"/>
                <a:ext cx="663759" cy="2431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37" name="文本框 136">
                    <a:extLst>
                      <a:ext uri="{FF2B5EF4-FFF2-40B4-BE49-F238E27FC236}">
                        <a16:creationId xmlns:a16="http://schemas.microsoft.com/office/drawing/2014/main" id="{39E86CCC-EF20-600A-531A-6378589B2AFC}"/>
                      </a:ext>
                    </a:extLst>
                  </p:cNvPr>
                  <p:cNvSpPr txBox="1"/>
                  <p:nvPr/>
                </p:nvSpPr>
                <p:spPr>
                  <a:xfrm>
                    <a:off x="11792895" y="14297920"/>
                    <a:ext cx="58060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dirty="0" smtClean="0">
                              <a:solidFill>
                                <a:srgbClr val="C0000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×4</m:t>
                          </m:r>
                        </m:oMath>
                      </m:oMathPara>
                    </a14:m>
                  </a:p>
                </p:txBody>
              </p:sp>
            </mc:Choice>
            <mc:Fallback>
              <p:sp>
                <p:nvSpPr>
                  <p:cNvPr id="137" name="文本框 136">
                    <a:extLst>
                      <a:ext uri="{FF2B5EF4-FFF2-40B4-BE49-F238E27FC236}">
                        <a16:creationId xmlns:a16="http://schemas.microsoft.com/office/drawing/2014/main" id="{39E86CCC-EF20-600A-531A-6378589B2AF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792895" y="14297920"/>
                    <a:ext cx="580608" cy="36933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t="-11667" r="-16667" b="-31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58" name="矩形 157">
                <a:extLst>
                  <a:ext uri="{FF2B5EF4-FFF2-40B4-BE49-F238E27FC236}">
                    <a16:creationId xmlns:a16="http://schemas.microsoft.com/office/drawing/2014/main" id="{302BA065-ACF3-650E-E89D-BE1DBAB7E05D}"/>
                  </a:ext>
                </a:extLst>
              </p:cNvPr>
              <p:cNvSpPr/>
              <p:nvPr/>
            </p:nvSpPr>
            <p:spPr>
              <a:xfrm>
                <a:off x="13127180" y="14635412"/>
                <a:ext cx="526533" cy="202782"/>
              </a:xfrm>
              <a:prstGeom prst="rect">
                <a:avLst/>
              </a:prstGeom>
              <a:solidFill>
                <a:srgbClr val="D6D2E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10800" bIns="10800"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right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9" name="矩形 158">
                <a:extLst>
                  <a:ext uri="{FF2B5EF4-FFF2-40B4-BE49-F238E27FC236}">
                    <a16:creationId xmlns:a16="http://schemas.microsoft.com/office/drawing/2014/main" id="{D164EF7D-9533-0DF7-B1A3-6A28006CEA6E}"/>
                  </a:ext>
                </a:extLst>
              </p:cNvPr>
              <p:cNvSpPr/>
              <p:nvPr/>
            </p:nvSpPr>
            <p:spPr>
              <a:xfrm>
                <a:off x="12293452" y="15118195"/>
                <a:ext cx="452957" cy="182894"/>
              </a:xfrm>
              <a:prstGeom prst="rect">
                <a:avLst/>
              </a:prstGeom>
              <a:solidFill>
                <a:srgbClr val="D6D2E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10800" bIns="10800"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left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矩形 159">
                <a:extLst>
                  <a:ext uri="{FF2B5EF4-FFF2-40B4-BE49-F238E27FC236}">
                    <a16:creationId xmlns:a16="http://schemas.microsoft.com/office/drawing/2014/main" id="{3E54CF24-C9F1-5D71-22D0-2B093740E99B}"/>
                  </a:ext>
                </a:extLst>
              </p:cNvPr>
              <p:cNvSpPr/>
              <p:nvPr/>
            </p:nvSpPr>
            <p:spPr>
              <a:xfrm rot="18471633">
                <a:off x="12383711" y="14622409"/>
                <a:ext cx="284518" cy="263700"/>
              </a:xfrm>
              <a:prstGeom prst="rect">
                <a:avLst/>
              </a:prstGeom>
              <a:solidFill>
                <a:srgbClr val="D6D2E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10800" bIns="10800" rtlCol="0" anchor="ctr"/>
              <a:lstStyle/>
              <a:p>
                <a:pPr algn="ctr"/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1" name="文本框 160">
                <a:extLst>
                  <a:ext uri="{FF2B5EF4-FFF2-40B4-BE49-F238E27FC236}">
                    <a16:creationId xmlns:a16="http://schemas.microsoft.com/office/drawing/2014/main" id="{C532BBDB-A3F2-0541-4995-D7EF77AA97DF}"/>
                  </a:ext>
                </a:extLst>
              </p:cNvPr>
              <p:cNvSpPr txBox="1"/>
              <p:nvPr/>
            </p:nvSpPr>
            <p:spPr>
              <a:xfrm>
                <a:off x="12226019" y="14575404"/>
                <a:ext cx="65396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1400" dirty="0"/>
                  <a:t>center</a:t>
                </a:r>
                <a:endParaRPr lang="zh-CN" altLang="en-US" sz="1400" dirty="0"/>
              </a:p>
            </p:txBody>
          </p:sp>
        </p:grpSp>
      </p:grpSp>
      <p:sp>
        <p:nvSpPr>
          <p:cNvPr id="165" name="箭头: 右 164">
            <a:extLst>
              <a:ext uri="{FF2B5EF4-FFF2-40B4-BE49-F238E27FC236}">
                <a16:creationId xmlns:a16="http://schemas.microsoft.com/office/drawing/2014/main" id="{D7E30766-8FD1-E724-E99A-2D5D12D59FEF}"/>
              </a:ext>
            </a:extLst>
          </p:cNvPr>
          <p:cNvSpPr/>
          <p:nvPr/>
        </p:nvSpPr>
        <p:spPr>
          <a:xfrm rot="10800000">
            <a:off x="9796742" y="8515530"/>
            <a:ext cx="917976" cy="462756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6" name="箭头: 右 165">
            <a:extLst>
              <a:ext uri="{FF2B5EF4-FFF2-40B4-BE49-F238E27FC236}">
                <a16:creationId xmlns:a16="http://schemas.microsoft.com/office/drawing/2014/main" id="{7D139CD3-54D1-9B1B-CE32-5208104F0559}"/>
              </a:ext>
            </a:extLst>
          </p:cNvPr>
          <p:cNvSpPr/>
          <p:nvPr/>
        </p:nvSpPr>
        <p:spPr>
          <a:xfrm rot="10800000">
            <a:off x="9796742" y="11212436"/>
            <a:ext cx="917976" cy="462756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7228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DA630-37DE-2362-7321-7C01C3A79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xmlns:a16="http://schemas.microsoft.com/office/drawing/2014/main" id="{D1004871-8CDE-BEF5-F56E-68B7ED7571F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115142" y="7088822"/>
            <a:ext cx="7684929" cy="10246572"/>
          </a:xfrm>
          <a:prstGeom prst="rect">
            <a:avLst/>
          </a:prstGeom>
        </p:spPr>
      </p:pic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355E06A1-DA73-1A4B-1172-85FF4C4D14C1}"/>
              </a:ext>
            </a:extLst>
          </p:cNvPr>
          <p:cNvSpPr/>
          <p:nvPr/>
        </p:nvSpPr>
        <p:spPr>
          <a:xfrm>
            <a:off x="1879600" y="2981763"/>
            <a:ext cx="8532653" cy="2631548"/>
          </a:xfrm>
          <a:prstGeom prst="roundRect">
            <a:avLst>
              <a:gd name="adj" fmla="val 6133"/>
            </a:avLst>
          </a:prstGeom>
          <a:solidFill>
            <a:srgbClr val="DCE5F5"/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b="1" dirty="0">
                <a:solidFill>
                  <a:schemeClr val="accent4">
                    <a:lumMod val="75000"/>
                  </a:schemeClr>
                </a:solidFill>
              </a:rPr>
              <a:t>Global-Level Retrieval:</a:t>
            </a:r>
            <a:r>
              <a:rPr lang="zh-CN" altLang="en-US" sz="2000" b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endParaRPr lang="en-US" altLang="zh-CN" sz="2000" b="1" dirty="0">
              <a:solidFill>
                <a:schemeClr val="accent4">
                  <a:lumMod val="75000"/>
                </a:schemeClr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Matched Events: </a:t>
            </a:r>
          </a:p>
          <a:p>
            <a:pPr lvl="1"/>
            <a:r>
              <a:rPr lang="en-US" altLang="zh-CN" dirty="0">
                <a:solidFill>
                  <a:schemeClr val="tx1"/>
                </a:solidFill>
              </a:rPr>
              <a:t>evt_0071 [47:10–50:30] score=6.2420, confidence=0.8605</a:t>
            </a:r>
          </a:p>
          <a:p>
            <a:pPr lvl="1"/>
            <a:r>
              <a:rPr lang="en-US" altLang="zh-CN" dirty="0">
                <a:solidFill>
                  <a:schemeClr val="tx1"/>
                </a:solidFill>
              </a:rPr>
              <a:t>bench, vampire, girl; actions: </a:t>
            </a:r>
            <a:r>
              <a:rPr lang="en-US" altLang="zh-CN" dirty="0" err="1">
                <a:solidFill>
                  <a:schemeClr val="tx1"/>
                </a:solidFill>
              </a:rPr>
              <a:t>sitting_on</a:t>
            </a:r>
            <a:r>
              <a:rPr lang="en-US" altLang="zh-CN" dirty="0">
                <a:solidFill>
                  <a:schemeClr val="tx1"/>
                </a:solidFill>
              </a:rPr>
              <a:t>, </a:t>
            </a:r>
            <a:r>
              <a:rPr lang="en-US" altLang="zh-CN" dirty="0" err="1">
                <a:solidFill>
                  <a:schemeClr val="tx1"/>
                </a:solidFill>
              </a:rPr>
              <a:t>next_to</a:t>
            </a:r>
            <a:r>
              <a:rPr lang="en-US" altLang="zh-CN" dirty="0">
                <a:solidFill>
                  <a:schemeClr val="tx1"/>
                </a:solidFill>
              </a:rPr>
              <a:t>; support: 3 segment(s)</a:t>
            </a:r>
          </a:p>
          <a:p>
            <a:pPr lvl="1"/>
            <a:r>
              <a:rPr lang="en-US" altLang="zh-CN" dirty="0">
                <a:solidFill>
                  <a:schemeClr val="tx1"/>
                </a:solidFill>
              </a:rPr>
              <a:t>matched participants:	</a:t>
            </a:r>
            <a:r>
              <a:rPr lang="en-US" altLang="zh-CN" b="1" dirty="0">
                <a:solidFill>
                  <a:srgbClr val="0070C0"/>
                </a:solidFill>
              </a:rPr>
              <a:t>ent_000032 = vampire </a:t>
            </a:r>
            <a:r>
              <a:rPr lang="en-US" altLang="zh-CN" dirty="0">
                <a:solidFill>
                  <a:schemeClr val="tx1"/>
                </a:solidFill>
              </a:rPr>
              <a:t>(confidence=0.98)</a:t>
            </a:r>
          </a:p>
          <a:p>
            <a:pPr lvl="1"/>
            <a:r>
              <a:rPr lang="en-US" altLang="zh-CN" dirty="0">
                <a:solidFill>
                  <a:schemeClr val="tx1"/>
                </a:solidFill>
              </a:rPr>
              <a:t>					</a:t>
            </a:r>
            <a:r>
              <a:rPr lang="en-US" altLang="zh-CN" b="1" dirty="0">
                <a:solidFill>
                  <a:srgbClr val="0070C0"/>
                </a:solidFill>
              </a:rPr>
              <a:t>ent_000049 = girl </a:t>
            </a:r>
            <a:r>
              <a:rPr lang="en-US" altLang="zh-CN" dirty="0">
                <a:solidFill>
                  <a:schemeClr val="tx1"/>
                </a:solidFill>
              </a:rPr>
              <a:t>(confidence=0.95)</a:t>
            </a:r>
          </a:p>
          <a:p>
            <a:pPr lvl="1"/>
            <a:r>
              <a:rPr lang="en-US" altLang="zh-CN" dirty="0">
                <a:solidFill>
                  <a:schemeClr val="tx1"/>
                </a:solidFill>
              </a:rPr>
              <a:t>key relation:			</a:t>
            </a:r>
            <a:r>
              <a:rPr lang="en-US" altLang="zh-CN" b="1" dirty="0">
                <a:solidFill>
                  <a:srgbClr val="0070C0"/>
                </a:solidFill>
              </a:rPr>
              <a:t>(girl, </a:t>
            </a:r>
            <a:r>
              <a:rPr lang="en-US" altLang="zh-CN" b="1" dirty="0" err="1">
                <a:solidFill>
                  <a:srgbClr val="0070C0"/>
                </a:solidFill>
              </a:rPr>
              <a:t>sitting_on</a:t>
            </a:r>
            <a:r>
              <a:rPr lang="en-US" altLang="zh-CN" b="1" dirty="0">
                <a:solidFill>
                  <a:srgbClr val="0070C0"/>
                </a:solidFill>
              </a:rPr>
              <a:t>, bench) </a:t>
            </a:r>
            <a:r>
              <a:rPr lang="en-US" altLang="zh-CN" dirty="0">
                <a:solidFill>
                  <a:schemeClr val="tx1"/>
                </a:solidFill>
              </a:rPr>
              <a:t>(confidence=0.97)</a:t>
            </a:r>
          </a:p>
          <a:p>
            <a:pPr lvl="1"/>
            <a:r>
              <a:rPr lang="en-US" altLang="zh-CN" dirty="0">
                <a:solidFill>
                  <a:schemeClr val="tx1"/>
                </a:solidFill>
              </a:rPr>
              <a:t>support segments: 		seg_0116, seg_0120, seg_0121</a:t>
            </a:r>
          </a:p>
          <a:p>
            <a:pPr lvl="1"/>
            <a:r>
              <a:rPr lang="en-US" altLang="zh-CN" dirty="0">
                <a:solidFill>
                  <a:schemeClr val="tx1"/>
                </a:solidFill>
              </a:rPr>
              <a:t>……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7369625E-112B-8798-992E-66F0244DEA97}"/>
              </a:ext>
            </a:extLst>
          </p:cNvPr>
          <p:cNvSpPr/>
          <p:nvPr/>
        </p:nvSpPr>
        <p:spPr>
          <a:xfrm>
            <a:off x="1268880" y="2198838"/>
            <a:ext cx="9143374" cy="733612"/>
          </a:xfrm>
          <a:prstGeom prst="roundRect">
            <a:avLst/>
          </a:prstGeom>
          <a:solidFill>
            <a:srgbClr val="8EC7D8">
              <a:alpha val="65000"/>
            </a:srgbClr>
          </a:solidFill>
          <a:ln w="1905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b="1" dirty="0">
                <a:solidFill>
                  <a:srgbClr val="002060"/>
                </a:solidFill>
              </a:rPr>
              <a:t>Agent (Step 1): </a:t>
            </a:r>
          </a:p>
          <a:p>
            <a:r>
              <a:rPr lang="en-US" altLang="zh-CN" sz="2000" dirty="0">
                <a:solidFill>
                  <a:schemeClr val="tx1"/>
                </a:solidFill>
              </a:rPr>
              <a:t>Calling tool </a:t>
            </a:r>
            <a:r>
              <a:rPr lang="en-US" altLang="zh-CN" sz="2000" b="1" dirty="0">
                <a:solidFill>
                  <a:schemeClr val="accent4">
                    <a:lumMod val="75000"/>
                  </a:schemeClr>
                </a:solidFill>
              </a:rPr>
              <a:t>Global-Level Retrieval</a:t>
            </a:r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altLang="zh-CN" sz="2000" dirty="0">
                <a:solidFill>
                  <a:schemeClr val="tx1"/>
                </a:solidFill>
              </a:rPr>
              <a:t>with query "girl take vampire after exam".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DA16E3A0-4784-B29E-5307-C9E312F2D312}"/>
              </a:ext>
            </a:extLst>
          </p:cNvPr>
          <p:cNvSpPr/>
          <p:nvPr/>
        </p:nvSpPr>
        <p:spPr>
          <a:xfrm>
            <a:off x="1268880" y="5670780"/>
            <a:ext cx="9143374" cy="733612"/>
          </a:xfrm>
          <a:prstGeom prst="roundRect">
            <a:avLst/>
          </a:prstGeom>
          <a:solidFill>
            <a:srgbClr val="8EC7D8">
              <a:alpha val="65000"/>
            </a:srgbClr>
          </a:solidFill>
          <a:ln w="1905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b="1" dirty="0">
                <a:solidFill>
                  <a:srgbClr val="002060"/>
                </a:solidFill>
              </a:rPr>
              <a:t>Agent (Step 2): </a:t>
            </a:r>
          </a:p>
          <a:p>
            <a:r>
              <a:rPr lang="en-US" altLang="zh-CN" sz="2000" dirty="0">
                <a:solidFill>
                  <a:schemeClr val="tx1"/>
                </a:solidFill>
              </a:rPr>
              <a:t>Calling tool </a:t>
            </a:r>
            <a:r>
              <a:rPr lang="en-US" altLang="zh-CN" sz="2000" b="1" dirty="0">
                <a:solidFill>
                  <a:schemeClr val="accent2">
                    <a:lumMod val="75000"/>
                  </a:schemeClr>
                </a:solidFill>
              </a:rPr>
              <a:t>Segment-Level Retrieval </a:t>
            </a:r>
            <a:r>
              <a:rPr lang="en-US" altLang="zh-CN" sz="2000" dirty="0">
                <a:solidFill>
                  <a:schemeClr val="tx1"/>
                </a:solidFill>
              </a:rPr>
              <a:t>with query "bench vampire girl under tree".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62" name="矩形: 圆角 61">
            <a:extLst>
              <a:ext uri="{FF2B5EF4-FFF2-40B4-BE49-F238E27FC236}">
                <a16:creationId xmlns:a16="http://schemas.microsoft.com/office/drawing/2014/main" id="{2DAD5BD1-E7D8-D456-A2F5-2468D56F00C9}"/>
              </a:ext>
            </a:extLst>
          </p:cNvPr>
          <p:cNvSpPr/>
          <p:nvPr/>
        </p:nvSpPr>
        <p:spPr>
          <a:xfrm>
            <a:off x="1879600" y="6463865"/>
            <a:ext cx="8532653" cy="2895609"/>
          </a:xfrm>
          <a:prstGeom prst="roundRect">
            <a:avLst>
              <a:gd name="adj" fmla="val 6133"/>
            </a:avLst>
          </a:prstGeom>
          <a:solidFill>
            <a:srgbClr val="DCE5F5">
              <a:alpha val="50000"/>
            </a:srgb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b="1" dirty="0">
                <a:solidFill>
                  <a:schemeClr val="accent2">
                    <a:lumMod val="75000"/>
                  </a:schemeClr>
                </a:solidFill>
              </a:rPr>
              <a:t>Segment-Level Retrieval :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Matched Segments:</a:t>
            </a:r>
          </a:p>
          <a:p>
            <a:pPr lvl="1"/>
            <a:r>
              <a:rPr lang="en-US" altLang="zh-CN" dirty="0">
                <a:solidFill>
                  <a:schemeClr val="tx1"/>
                </a:solidFill>
              </a:rPr>
              <a:t>seg_0116 [47:55–48:25] score=10.3411</a:t>
            </a:r>
          </a:p>
          <a:p>
            <a:pPr lvl="1"/>
            <a:r>
              <a:rPr lang="en-US" altLang="zh-CN" dirty="0">
                <a:solidFill>
                  <a:schemeClr val="tx1"/>
                </a:solidFill>
              </a:rPr>
              <a:t>entities: tree, person, bench; predicates: </a:t>
            </a:r>
            <a:r>
              <a:rPr lang="en-US" altLang="zh-CN" dirty="0" err="1">
                <a:solidFill>
                  <a:schemeClr val="tx1"/>
                </a:solidFill>
              </a:rPr>
              <a:t>sitting_on</a:t>
            </a:r>
            <a:r>
              <a:rPr lang="en-US" altLang="zh-CN" dirty="0">
                <a:solidFill>
                  <a:schemeClr val="tx1"/>
                </a:solidFill>
              </a:rPr>
              <a:t>, under</a:t>
            </a:r>
          </a:p>
          <a:p>
            <a:pPr lvl="1"/>
            <a:r>
              <a:rPr lang="en-US" altLang="zh-CN" dirty="0">
                <a:solidFill>
                  <a:schemeClr val="tx1"/>
                </a:solidFill>
              </a:rPr>
              <a:t>relations:	(person, </a:t>
            </a:r>
            <a:r>
              <a:rPr lang="en-US" altLang="zh-CN" dirty="0" err="1">
                <a:solidFill>
                  <a:schemeClr val="tx1"/>
                </a:solidFill>
              </a:rPr>
              <a:t>sitting_on</a:t>
            </a:r>
            <a:r>
              <a:rPr lang="en-US" altLang="zh-CN" dirty="0">
                <a:solidFill>
                  <a:schemeClr val="tx1"/>
                </a:solidFill>
              </a:rPr>
              <a:t>, bench), </a:t>
            </a:r>
            <a:r>
              <a:rPr lang="en-US" altLang="zh-CN" b="1" dirty="0">
                <a:solidFill>
                  <a:srgbClr val="0070C0"/>
                </a:solidFill>
              </a:rPr>
              <a:t>(bench, under, tree)</a:t>
            </a:r>
          </a:p>
          <a:p>
            <a:pPr lvl="1"/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lang="en-US" altLang="zh-CN" dirty="0">
                <a:solidFill>
                  <a:schemeClr val="tx1"/>
                </a:solidFill>
              </a:rPr>
              <a:t>seg_0120 [49:35–50:05] score=9.4169</a:t>
            </a:r>
          </a:p>
          <a:p>
            <a:pPr lvl="1"/>
            <a:r>
              <a:rPr lang="en-US" altLang="zh-CN" dirty="0">
                <a:solidFill>
                  <a:schemeClr val="tx1"/>
                </a:solidFill>
              </a:rPr>
              <a:t>entities: vampire, girl, bench; predicates: </a:t>
            </a:r>
            <a:r>
              <a:rPr lang="en-US" altLang="zh-CN" dirty="0" err="1">
                <a:solidFill>
                  <a:schemeClr val="tx1"/>
                </a:solidFill>
              </a:rPr>
              <a:t>sitting_on</a:t>
            </a:r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lang="en-US" altLang="zh-CN" dirty="0">
                <a:solidFill>
                  <a:schemeClr val="tx1"/>
                </a:solidFill>
              </a:rPr>
              <a:t>relation: </a:t>
            </a:r>
            <a:r>
              <a:rPr lang="en-US" altLang="zh-CN" b="1" dirty="0">
                <a:solidFill>
                  <a:srgbClr val="0070C0"/>
                </a:solidFill>
              </a:rPr>
              <a:t>(girl, </a:t>
            </a:r>
            <a:r>
              <a:rPr lang="en-US" altLang="zh-CN" b="1" dirty="0" err="1">
                <a:solidFill>
                  <a:srgbClr val="0070C0"/>
                </a:solidFill>
              </a:rPr>
              <a:t>sitting_on</a:t>
            </a:r>
            <a:r>
              <a:rPr lang="en-US" altLang="zh-CN" b="1" dirty="0">
                <a:solidFill>
                  <a:srgbClr val="0070C0"/>
                </a:solidFill>
              </a:rPr>
              <a:t>, bench)</a:t>
            </a:r>
          </a:p>
          <a:p>
            <a:pPr lvl="1"/>
            <a:r>
              <a:rPr lang="en-US" altLang="zh-CN" dirty="0">
                <a:solidFill>
                  <a:schemeClr val="tx1"/>
                </a:solidFill>
              </a:rPr>
              <a:t>……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9" name="矩形: 圆角 68">
            <a:extLst>
              <a:ext uri="{FF2B5EF4-FFF2-40B4-BE49-F238E27FC236}">
                <a16:creationId xmlns:a16="http://schemas.microsoft.com/office/drawing/2014/main" id="{D8BF834E-ABDC-6C8F-48FC-0D113B8D590E}"/>
              </a:ext>
            </a:extLst>
          </p:cNvPr>
          <p:cNvSpPr/>
          <p:nvPr/>
        </p:nvSpPr>
        <p:spPr>
          <a:xfrm>
            <a:off x="1268880" y="9416937"/>
            <a:ext cx="9143374" cy="1309701"/>
          </a:xfrm>
          <a:prstGeom prst="roundRect">
            <a:avLst>
              <a:gd name="adj" fmla="val 11244"/>
            </a:avLst>
          </a:prstGeom>
          <a:solidFill>
            <a:srgbClr val="8EC7D8">
              <a:alpha val="65000"/>
            </a:srgbClr>
          </a:solidFill>
          <a:ln w="1905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b="1" dirty="0">
                <a:solidFill>
                  <a:srgbClr val="002060"/>
                </a:solidFill>
              </a:rPr>
              <a:t>Agent (Step 3): </a:t>
            </a:r>
          </a:p>
          <a:p>
            <a:r>
              <a:rPr lang="en-US" altLang="zh-CN" sz="2000" dirty="0">
                <a:solidFill>
                  <a:schemeClr val="tx1"/>
                </a:solidFill>
              </a:rPr>
              <a:t>Calling tool </a:t>
            </a:r>
            <a:r>
              <a:rPr lang="en-US" altLang="zh-CN" sz="2000" b="1" dirty="0">
                <a:solidFill>
                  <a:schemeClr val="accent5">
                    <a:lumMod val="50000"/>
                  </a:schemeClr>
                </a:solidFill>
              </a:rPr>
              <a:t>Frame Inspect </a:t>
            </a:r>
            <a:r>
              <a:rPr lang="en-US" altLang="zh-CN" sz="2000" dirty="0">
                <a:solidFill>
                  <a:schemeClr val="tx1"/>
                </a:solidFill>
              </a:rPr>
              <a:t>at ["00:48:10", "00:48:25"]:</a:t>
            </a:r>
          </a:p>
          <a:p>
            <a:r>
              <a:rPr lang="en-US" altLang="zh-CN" sz="2000" dirty="0">
                <a:solidFill>
                  <a:schemeClr val="tx1"/>
                </a:solidFill>
              </a:rPr>
              <a:t>"Describe the scene around the bench where the girl and vampire sit. Are there playground equipment, open lawn, or other indicators of park or playground?"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70" name="矩形: 圆角 69">
            <a:extLst>
              <a:ext uri="{FF2B5EF4-FFF2-40B4-BE49-F238E27FC236}">
                <a16:creationId xmlns:a16="http://schemas.microsoft.com/office/drawing/2014/main" id="{D09CC402-5730-2E3B-2796-99C48E725E58}"/>
              </a:ext>
            </a:extLst>
          </p:cNvPr>
          <p:cNvSpPr/>
          <p:nvPr/>
        </p:nvSpPr>
        <p:spPr>
          <a:xfrm>
            <a:off x="1879600" y="10788582"/>
            <a:ext cx="8532653" cy="1470227"/>
          </a:xfrm>
          <a:prstGeom prst="roundRect">
            <a:avLst>
              <a:gd name="adj" fmla="val 8163"/>
            </a:avLst>
          </a:prstGeom>
          <a:solidFill>
            <a:srgbClr val="DCE5F5"/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b="1" dirty="0">
                <a:solidFill>
                  <a:schemeClr val="accent5">
                    <a:lumMod val="50000"/>
                  </a:schemeClr>
                </a:solidFill>
              </a:rPr>
              <a:t>Frame Inspect: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Fine-grained Response: 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	The bench is outdoors, flanked by trees, with shrubs and distant greenery.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	There is </a:t>
            </a:r>
            <a:r>
              <a:rPr lang="en-US" altLang="zh-CN" b="1" dirty="0">
                <a:solidFill>
                  <a:srgbClr val="0070C0"/>
                </a:solidFill>
              </a:rPr>
              <a:t>no playground equipment.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	The scene looks like a </a:t>
            </a:r>
            <a:r>
              <a:rPr lang="en-US" altLang="zh-CN" b="1" dirty="0">
                <a:solidFill>
                  <a:srgbClr val="0070C0"/>
                </a:solidFill>
              </a:rPr>
              <a:t>park or garden area</a:t>
            </a:r>
            <a:r>
              <a:rPr lang="en-US" altLang="zh-CN" dirty="0">
                <a:solidFill>
                  <a:schemeClr val="tx1"/>
                </a:solidFill>
              </a:rPr>
              <a:t>.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71" name="矩形: 圆角 70">
            <a:extLst>
              <a:ext uri="{FF2B5EF4-FFF2-40B4-BE49-F238E27FC236}">
                <a16:creationId xmlns:a16="http://schemas.microsoft.com/office/drawing/2014/main" id="{C4B6E2EE-5393-6AE4-7871-7E29DD6C92C4}"/>
              </a:ext>
            </a:extLst>
          </p:cNvPr>
          <p:cNvSpPr/>
          <p:nvPr/>
        </p:nvSpPr>
        <p:spPr>
          <a:xfrm>
            <a:off x="1268880" y="12326538"/>
            <a:ext cx="9143374" cy="711214"/>
          </a:xfrm>
          <a:prstGeom prst="roundRect">
            <a:avLst>
              <a:gd name="adj" fmla="val 22080"/>
            </a:avLst>
          </a:prstGeom>
          <a:solidFill>
            <a:srgbClr val="8EC7D8">
              <a:alpha val="65000"/>
            </a:srgbClr>
          </a:solidFill>
          <a:ln w="1905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b="1" dirty="0">
                <a:solidFill>
                  <a:srgbClr val="002060"/>
                </a:solidFill>
              </a:rPr>
              <a:t>Agent (Step 4): </a:t>
            </a:r>
          </a:p>
          <a:p>
            <a:r>
              <a:rPr lang="en-US" altLang="zh-CN" sz="2000" dirty="0">
                <a:solidFill>
                  <a:schemeClr val="tx1"/>
                </a:solidFill>
              </a:rPr>
              <a:t>Executing </a:t>
            </a:r>
            <a:r>
              <a:rPr lang="en-US" altLang="zh-CN" sz="2000" b="1" dirty="0">
                <a:solidFill>
                  <a:srgbClr val="C00000"/>
                </a:solidFill>
              </a:rPr>
              <a:t>Answer</a:t>
            </a:r>
            <a:r>
              <a:rPr lang="en-US" altLang="zh-CN" sz="2000" dirty="0">
                <a:solidFill>
                  <a:schemeClr val="tx1"/>
                </a:solidFill>
              </a:rPr>
              <a:t>: (D) A park.</a:t>
            </a:r>
            <a:r>
              <a:rPr lang="en-US" altLang="zh-CN" sz="2000" dirty="0"/>
              <a:t> 	</a:t>
            </a:r>
            <a:endParaRPr lang="zh-CN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38C2EAC0-23BC-0018-3470-16808E05C9D3}"/>
              </a:ext>
            </a:extLst>
          </p:cNvPr>
          <p:cNvSpPr txBox="1"/>
          <p:nvPr/>
        </p:nvSpPr>
        <p:spPr>
          <a:xfrm>
            <a:off x="2950143" y="430956"/>
            <a:ext cx="54658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b="1" dirty="0">
                <a:cs typeface="Times New Roman" panose="02020603050405020304" pitchFamily="18" charset="0"/>
              </a:rPr>
              <a:t>SGDAgent </a:t>
            </a:r>
            <a:r>
              <a:rPr lang="en-US" altLang="zh-CN" sz="2800" b="1" dirty="0">
                <a:cs typeface="Times New Roman" panose="02020603050405020304" pitchFamily="18" charset="0"/>
              </a:rPr>
              <a:t>Reasoning</a:t>
            </a:r>
            <a:r>
              <a:rPr lang="zh-CN" altLang="en-US" sz="2800" b="1" dirty="0"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cs typeface="Times New Roman" panose="02020603050405020304" pitchFamily="18" charset="0"/>
              </a:rPr>
              <a:t>Loop</a:t>
            </a:r>
            <a:endParaRPr lang="zh-CN" altLang="en-US" sz="2800" b="1" dirty="0">
              <a:cs typeface="Times New Roman" panose="02020603050405020304" pitchFamily="18" charset="0"/>
            </a:endParaRPr>
          </a:p>
        </p:txBody>
      </p:sp>
      <p:pic>
        <p:nvPicPr>
          <p:cNvPr id="137" name="图片 136">
            <a:extLst>
              <a:ext uri="{FF2B5EF4-FFF2-40B4-BE49-F238E27FC236}">
                <a16:creationId xmlns:a16="http://schemas.microsoft.com/office/drawing/2014/main" id="{789108DF-A928-46C7-8757-B757674A4C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5295" y="12126566"/>
            <a:ext cx="911186" cy="911186"/>
          </a:xfrm>
          <a:prstGeom prst="rect">
            <a:avLst/>
          </a:prstGeom>
        </p:spPr>
      </p:pic>
      <p:sp>
        <p:nvSpPr>
          <p:cNvPr id="31" name="文本框 20">
            <a:extLst>
              <a:ext uri="{FF2B5EF4-FFF2-40B4-BE49-F238E27FC236}">
                <a16:creationId xmlns:a16="http://schemas.microsoft.com/office/drawing/2014/main" id="{3F06407B-C678-DD6E-8EE0-0B1321125EDC}"/>
              </a:ext>
            </a:extLst>
          </p:cNvPr>
          <p:cNvSpPr txBox="1"/>
          <p:nvPr/>
        </p:nvSpPr>
        <p:spPr>
          <a:xfrm>
            <a:off x="10336755" y="2410615"/>
            <a:ext cx="87399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altLang="zh-CN" sz="2800" b="1" dirty="0">
                <a:solidFill>
                  <a:srgbClr val="1F2329"/>
                </a:solidFill>
              </a:rPr>
              <a:t>Long Video Input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8DBA4F6-3A5D-CC83-6681-268AF2A377FC}"/>
              </a:ext>
            </a:extLst>
          </p:cNvPr>
          <p:cNvSpPr txBox="1"/>
          <p:nvPr/>
        </p:nvSpPr>
        <p:spPr>
          <a:xfrm>
            <a:off x="685800" y="17541240"/>
            <a:ext cx="198323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 dirty="0"/>
              <a:t>附录图</a:t>
            </a:r>
            <a:r>
              <a:rPr lang="en-US" altLang="zh-CN" sz="4000" b="1" dirty="0"/>
              <a:t>2</a:t>
            </a:r>
            <a:endParaRPr lang="zh-CN" altLang="en-US" sz="4000" b="1" dirty="0"/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16876923-F0B9-4D07-1AFF-3C00757F40A4}"/>
              </a:ext>
            </a:extLst>
          </p:cNvPr>
          <p:cNvSpPr/>
          <p:nvPr/>
        </p:nvSpPr>
        <p:spPr>
          <a:xfrm>
            <a:off x="1268879" y="951825"/>
            <a:ext cx="9143373" cy="1184364"/>
          </a:xfrm>
          <a:prstGeom prst="roundRect">
            <a:avLst>
              <a:gd name="adj" fmla="val 16466"/>
            </a:avLst>
          </a:prstGeom>
          <a:solidFill>
            <a:schemeClr val="accent4">
              <a:lumMod val="20000"/>
              <a:lumOff val="80000"/>
              <a:alpha val="65000"/>
            </a:schemeClr>
          </a:solidFill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b="1" dirty="0">
                <a:solidFill>
                  <a:srgbClr val="002060"/>
                </a:solidFill>
              </a:rPr>
              <a:t>Question: </a:t>
            </a:r>
            <a:r>
              <a:rPr lang="en-US" altLang="zh-CN" sz="2000" b="1" dirty="0">
                <a:solidFill>
                  <a:srgbClr val="1F2329"/>
                </a:solidFill>
              </a:rPr>
              <a:t>Where does the girl take the vampire after the exam? </a:t>
            </a:r>
          </a:p>
          <a:p>
            <a:r>
              <a:rPr lang="en-US" altLang="zh-CN" sz="2000" b="1" dirty="0">
                <a:solidFill>
                  <a:srgbClr val="1F2329"/>
                </a:solidFill>
              </a:rPr>
              <a:t>(A) A playground. 							(B) A home. </a:t>
            </a:r>
          </a:p>
          <a:p>
            <a:r>
              <a:rPr lang="en-US" altLang="zh-CN" sz="2000" b="1" dirty="0">
                <a:solidFill>
                  <a:srgbClr val="1F2329"/>
                </a:solidFill>
              </a:rPr>
              <a:t>(C) A principal room.  						(D) A park.</a:t>
            </a:r>
            <a:endParaRPr lang="zh-CN" altLang="en-US" sz="2000" b="1" dirty="0">
              <a:solidFill>
                <a:srgbClr val="1F2329"/>
              </a:solidFill>
            </a:endParaRPr>
          </a:p>
        </p:txBody>
      </p:sp>
      <p:grpSp>
        <p:nvGrpSpPr>
          <p:cNvPr id="103" name="组合 102">
            <a:extLst>
              <a:ext uri="{FF2B5EF4-FFF2-40B4-BE49-F238E27FC236}">
                <a16:creationId xmlns:a16="http://schemas.microsoft.com/office/drawing/2014/main" id="{85C90414-BCB2-7C18-05B1-DAA5FA1F929A}"/>
              </a:ext>
            </a:extLst>
          </p:cNvPr>
          <p:cNvGrpSpPr/>
          <p:nvPr/>
        </p:nvGrpSpPr>
        <p:grpSpPr>
          <a:xfrm>
            <a:off x="10447729" y="3039173"/>
            <a:ext cx="8739944" cy="9354703"/>
            <a:chOff x="10449526" y="3648316"/>
            <a:chExt cx="8739944" cy="9354703"/>
          </a:xfrm>
        </p:grpSpPr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87AA6A65-650D-5CEB-828F-C44448FFA991}"/>
                </a:ext>
              </a:extLst>
            </p:cNvPr>
            <p:cNvSpPr txBox="1"/>
            <p:nvPr/>
          </p:nvSpPr>
          <p:spPr>
            <a:xfrm>
              <a:off x="10449526" y="12479799"/>
              <a:ext cx="873994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US" altLang="zh-CN" sz="2800" b="1" dirty="0">
                  <a:solidFill>
                    <a:srgbClr val="1F2329"/>
                  </a:solidFill>
                </a:rPr>
                <a:t>Hierarchical </a:t>
              </a:r>
              <a:r>
                <a:rPr lang="en-US" altLang="zh-CN" sz="2800" b="1" dirty="0" err="1">
                  <a:solidFill>
                    <a:srgbClr val="1F2329"/>
                  </a:solidFill>
                </a:rPr>
                <a:t>Spatio</a:t>
              </a:r>
              <a:r>
                <a:rPr lang="en-US" altLang="zh-CN" sz="2800" b="1" dirty="0">
                  <a:solidFill>
                    <a:srgbClr val="1F2329"/>
                  </a:solidFill>
                </a:rPr>
                <a:t>-Temporal Scene Graph Representation</a:t>
              </a:r>
            </a:p>
          </p:txBody>
        </p:sp>
        <p:grpSp>
          <p:nvGrpSpPr>
            <p:cNvPr id="149" name="组合 148">
              <a:extLst>
                <a:ext uri="{FF2B5EF4-FFF2-40B4-BE49-F238E27FC236}">
                  <a16:creationId xmlns:a16="http://schemas.microsoft.com/office/drawing/2014/main" id="{B19383FF-5A94-629C-900D-D56A6F4C59CB}"/>
                </a:ext>
              </a:extLst>
            </p:cNvPr>
            <p:cNvGrpSpPr/>
            <p:nvPr/>
          </p:nvGrpSpPr>
          <p:grpSpPr>
            <a:xfrm>
              <a:off x="10535282" y="3648316"/>
              <a:ext cx="8654188" cy="8831483"/>
              <a:chOff x="10526794" y="3489670"/>
              <a:chExt cx="8654188" cy="8831483"/>
            </a:xfrm>
          </p:grpSpPr>
          <p:sp>
            <p:nvSpPr>
              <p:cNvPr id="19" name="矩形: 圆角 18">
                <a:extLst>
                  <a:ext uri="{FF2B5EF4-FFF2-40B4-BE49-F238E27FC236}">
                    <a16:creationId xmlns:a16="http://schemas.microsoft.com/office/drawing/2014/main" id="{6B834543-930F-AD96-A3B8-B320709E13E0}"/>
                  </a:ext>
                </a:extLst>
              </p:cNvPr>
              <p:cNvSpPr/>
              <p:nvPr/>
            </p:nvSpPr>
            <p:spPr>
              <a:xfrm>
                <a:off x="10526794" y="3489670"/>
                <a:ext cx="8594202" cy="8831483"/>
              </a:xfrm>
              <a:prstGeom prst="roundRect">
                <a:avLst>
                  <a:gd name="adj" fmla="val 5539"/>
                </a:avLst>
              </a:prstGeom>
              <a:solidFill>
                <a:schemeClr val="accent3">
                  <a:lumMod val="20000"/>
                  <a:lumOff val="80000"/>
                  <a:alpha val="69093"/>
                </a:schemeClr>
              </a:solidFill>
              <a:ln w="28575">
                <a:solidFill>
                  <a:schemeClr val="accent1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altLang="zh-CN" b="1" dirty="0"/>
              </a:p>
            </p:txBody>
          </p:sp>
          <p:sp>
            <p:nvSpPr>
              <p:cNvPr id="3" name="矩形: 圆角 2">
                <a:extLst>
                  <a:ext uri="{FF2B5EF4-FFF2-40B4-BE49-F238E27FC236}">
                    <a16:creationId xmlns:a16="http://schemas.microsoft.com/office/drawing/2014/main" id="{10E452AF-FA8A-3724-608B-BB4ABB762D82}"/>
                  </a:ext>
                </a:extLst>
              </p:cNvPr>
              <p:cNvSpPr/>
              <p:nvPr/>
            </p:nvSpPr>
            <p:spPr>
              <a:xfrm>
                <a:off x="10635678" y="6586220"/>
                <a:ext cx="3815678" cy="2647335"/>
              </a:xfrm>
              <a:prstGeom prst="roundRect">
                <a:avLst/>
              </a:prstGeom>
              <a:solidFill>
                <a:srgbClr val="E3BFD9">
                  <a:alpha val="70000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 dirty="0"/>
              </a:p>
            </p:txBody>
          </p:sp>
          <p:sp>
            <p:nvSpPr>
              <p:cNvPr id="73" name="矩形: 圆角 72">
                <a:extLst>
                  <a:ext uri="{FF2B5EF4-FFF2-40B4-BE49-F238E27FC236}">
                    <a16:creationId xmlns:a16="http://schemas.microsoft.com/office/drawing/2014/main" id="{148957B9-EC42-82CF-F7EB-EC47426267C1}"/>
                  </a:ext>
                </a:extLst>
              </p:cNvPr>
              <p:cNvSpPr/>
              <p:nvPr/>
            </p:nvSpPr>
            <p:spPr>
              <a:xfrm>
                <a:off x="14619011" y="6603062"/>
                <a:ext cx="3815678" cy="2647335"/>
              </a:xfrm>
              <a:prstGeom prst="roundRect">
                <a:avLst/>
              </a:prstGeom>
              <a:solidFill>
                <a:srgbClr val="E3BFD9">
                  <a:alpha val="70000"/>
                </a:srgb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818C4246-DD8B-62F0-F0DE-1D0BD6A29D81}"/>
                  </a:ext>
                </a:extLst>
              </p:cNvPr>
              <p:cNvSpPr txBox="1"/>
              <p:nvPr/>
            </p:nvSpPr>
            <p:spPr>
              <a:xfrm>
                <a:off x="18380763" y="7349366"/>
                <a:ext cx="80021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4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…</a:t>
                </a:r>
                <a:endParaRPr lang="zh-CN" altLang="en-US" sz="4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8" name="文本框 77">
                <a:extLst>
                  <a:ext uri="{FF2B5EF4-FFF2-40B4-BE49-F238E27FC236}">
                    <a16:creationId xmlns:a16="http://schemas.microsoft.com/office/drawing/2014/main" id="{473EC672-7A89-85FB-4E97-01BE3681436C}"/>
                  </a:ext>
                </a:extLst>
              </p:cNvPr>
              <p:cNvSpPr txBox="1"/>
              <p:nvPr/>
            </p:nvSpPr>
            <p:spPr>
              <a:xfrm>
                <a:off x="18380763" y="10431454"/>
                <a:ext cx="80021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4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…</a:t>
                </a:r>
                <a:endParaRPr lang="zh-CN" altLang="en-US" sz="4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82" name="直接箭头连接符 81">
                <a:extLst>
                  <a:ext uri="{FF2B5EF4-FFF2-40B4-BE49-F238E27FC236}">
                    <a16:creationId xmlns:a16="http://schemas.microsoft.com/office/drawing/2014/main" id="{67A7CE03-43E8-5421-89B4-D4DAC78DCE0F}"/>
                  </a:ext>
                </a:extLst>
              </p:cNvPr>
              <p:cNvCxnSpPr/>
              <p:nvPr/>
            </p:nvCxnSpPr>
            <p:spPr>
              <a:xfrm>
                <a:off x="13061167" y="6042503"/>
                <a:ext cx="0" cy="543717"/>
              </a:xfrm>
              <a:prstGeom prst="straightConnector1">
                <a:avLst/>
              </a:prstGeom>
              <a:ln w="57150"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直接连接符 83">
                <a:extLst>
                  <a:ext uri="{FF2B5EF4-FFF2-40B4-BE49-F238E27FC236}">
                    <a16:creationId xmlns:a16="http://schemas.microsoft.com/office/drawing/2014/main" id="{3DD46CE8-F831-1327-9118-011D5DC29AC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061167" y="6281420"/>
                <a:ext cx="2694743" cy="0"/>
              </a:xfrm>
              <a:prstGeom prst="line">
                <a:avLst/>
              </a:prstGeom>
              <a:ln w="5715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直接箭头连接符 84">
                <a:extLst>
                  <a:ext uri="{FF2B5EF4-FFF2-40B4-BE49-F238E27FC236}">
                    <a16:creationId xmlns:a16="http://schemas.microsoft.com/office/drawing/2014/main" id="{75C28DC5-FDA1-002B-4149-F5CAEAABD98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725430" y="6281420"/>
                <a:ext cx="0" cy="321642"/>
              </a:xfrm>
              <a:prstGeom prst="straightConnector1">
                <a:avLst/>
              </a:prstGeom>
              <a:ln w="57150"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4" name="文本框 93">
                <a:extLst>
                  <a:ext uri="{FF2B5EF4-FFF2-40B4-BE49-F238E27FC236}">
                    <a16:creationId xmlns:a16="http://schemas.microsoft.com/office/drawing/2014/main" id="{9198AA75-8E03-803F-D382-FE0B9D3E7FDC}"/>
                  </a:ext>
                </a:extLst>
              </p:cNvPr>
              <p:cNvSpPr txBox="1"/>
              <p:nvPr/>
            </p:nvSpPr>
            <p:spPr>
              <a:xfrm>
                <a:off x="11848422" y="6053477"/>
                <a:ext cx="113588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chemeClr val="accent6">
                        <a:lumMod val="50000"/>
                      </a:schemeClr>
                    </a:solidFill>
                  </a:rPr>
                  <a:t>contain</a:t>
                </a:r>
                <a:endParaRPr lang="zh-CN" altLang="en-US" sz="2400" b="1" dirty="0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  <p:grpSp>
            <p:nvGrpSpPr>
              <p:cNvPr id="121" name="组合 120">
                <a:extLst>
                  <a:ext uri="{FF2B5EF4-FFF2-40B4-BE49-F238E27FC236}">
                    <a16:creationId xmlns:a16="http://schemas.microsoft.com/office/drawing/2014/main" id="{4E05C5C7-B8BA-CA14-91EB-5C630943AA7C}"/>
                  </a:ext>
                </a:extLst>
              </p:cNvPr>
              <p:cNvGrpSpPr/>
              <p:nvPr/>
            </p:nvGrpSpPr>
            <p:grpSpPr>
              <a:xfrm>
                <a:off x="10635678" y="3614050"/>
                <a:ext cx="3815678" cy="2425564"/>
                <a:chOff x="11023811" y="2844430"/>
                <a:chExt cx="3815678" cy="2425564"/>
              </a:xfrm>
            </p:grpSpPr>
            <p:sp>
              <p:nvSpPr>
                <p:cNvPr id="2" name="矩形: 圆角 1">
                  <a:extLst>
                    <a:ext uri="{FF2B5EF4-FFF2-40B4-BE49-F238E27FC236}">
                      <a16:creationId xmlns:a16="http://schemas.microsoft.com/office/drawing/2014/main" id="{BC9B4FD1-B4C4-3A43-681B-0C67E9D472D3}"/>
                    </a:ext>
                  </a:extLst>
                </p:cNvPr>
                <p:cNvSpPr/>
                <p:nvPr/>
              </p:nvSpPr>
              <p:spPr>
                <a:xfrm>
                  <a:off x="11023811" y="2844430"/>
                  <a:ext cx="3815678" cy="2425564"/>
                </a:xfrm>
                <a:prstGeom prst="roundRect">
                  <a:avLst/>
                </a:prstGeom>
                <a:solidFill>
                  <a:srgbClr val="FBEBF1">
                    <a:alpha val="60000"/>
                  </a:srgb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96" name="文本框 95">
                  <a:extLst>
                    <a:ext uri="{FF2B5EF4-FFF2-40B4-BE49-F238E27FC236}">
                      <a16:creationId xmlns:a16="http://schemas.microsoft.com/office/drawing/2014/main" id="{F69D75E3-5C17-2BCF-A176-73F5D116140F}"/>
                    </a:ext>
                  </a:extLst>
                </p:cNvPr>
                <p:cNvSpPr txBox="1"/>
                <p:nvPr/>
              </p:nvSpPr>
              <p:spPr>
                <a:xfrm>
                  <a:off x="11173261" y="2945177"/>
                  <a:ext cx="3465604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sz="2400" b="1" dirty="0">
                      <a:solidFill>
                        <a:schemeClr val="accent4">
                          <a:lumMod val="75000"/>
                        </a:schemeClr>
                      </a:solidFill>
                    </a:rPr>
                    <a:t>Global</a:t>
                  </a:r>
                  <a:r>
                    <a:rPr lang="en-US" altLang="zh-CN" sz="2000" dirty="0">
                      <a:solidFill>
                        <a:schemeClr val="tx1"/>
                      </a:solidFill>
                    </a:rPr>
                    <a:t> </a:t>
                  </a:r>
                  <a:r>
                    <a:rPr lang="en-US" altLang="zh-CN" dirty="0">
                      <a:solidFill>
                        <a:schemeClr val="tx1"/>
                      </a:solidFill>
                    </a:rPr>
                    <a:t>evt_0071 [47:10–50:30] </a:t>
                  </a:r>
                  <a:endParaRPr lang="zh-CN" altLang="en-US" dirty="0"/>
                </a:p>
              </p:txBody>
            </p:sp>
            <p:sp>
              <p:nvSpPr>
                <p:cNvPr id="101" name="矩形: 圆角 100">
                  <a:extLst>
                    <a:ext uri="{FF2B5EF4-FFF2-40B4-BE49-F238E27FC236}">
                      <a16:creationId xmlns:a16="http://schemas.microsoft.com/office/drawing/2014/main" id="{089C23DB-9405-6892-BA75-9018A271ED6C}"/>
                    </a:ext>
                  </a:extLst>
                </p:cNvPr>
                <p:cNvSpPr/>
                <p:nvPr/>
              </p:nvSpPr>
              <p:spPr>
                <a:xfrm>
                  <a:off x="11466647" y="3450031"/>
                  <a:ext cx="1013220" cy="46275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tx1"/>
                      </a:solidFill>
                    </a:rPr>
                    <a:t>Girl</a:t>
                  </a:r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4" name="矩形: 圆角 103">
                  <a:extLst>
                    <a:ext uri="{FF2B5EF4-FFF2-40B4-BE49-F238E27FC236}">
                      <a16:creationId xmlns:a16="http://schemas.microsoft.com/office/drawing/2014/main" id="{675AAFFA-DDE3-536D-12AB-53E5A10B202D}"/>
                    </a:ext>
                  </a:extLst>
                </p:cNvPr>
                <p:cNvSpPr/>
                <p:nvPr/>
              </p:nvSpPr>
              <p:spPr>
                <a:xfrm>
                  <a:off x="13493087" y="3450031"/>
                  <a:ext cx="1013220" cy="46275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tx1"/>
                      </a:solidFill>
                    </a:rPr>
                    <a:t>Vampire</a:t>
                  </a:r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5" name="矩形: 圆角 104">
                  <a:extLst>
                    <a:ext uri="{FF2B5EF4-FFF2-40B4-BE49-F238E27FC236}">
                      <a16:creationId xmlns:a16="http://schemas.microsoft.com/office/drawing/2014/main" id="{469F03E1-EDCF-F67C-D020-1D845D04C0EC}"/>
                    </a:ext>
                  </a:extLst>
                </p:cNvPr>
                <p:cNvSpPr/>
                <p:nvPr/>
              </p:nvSpPr>
              <p:spPr>
                <a:xfrm>
                  <a:off x="11466647" y="4562691"/>
                  <a:ext cx="1013220" cy="46275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tx1"/>
                      </a:solidFill>
                    </a:rPr>
                    <a:t>Bench</a:t>
                  </a:r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107" name="直接箭头连接符 106">
                  <a:extLst>
                    <a:ext uri="{FF2B5EF4-FFF2-40B4-BE49-F238E27FC236}">
                      <a16:creationId xmlns:a16="http://schemas.microsoft.com/office/drawing/2014/main" id="{75855E04-8410-82B9-3091-A0D15A66B559}"/>
                    </a:ext>
                  </a:extLst>
                </p:cNvPr>
                <p:cNvCxnSpPr>
                  <a:stCxn id="101" idx="2"/>
                  <a:endCxn id="105" idx="0"/>
                </p:cNvCxnSpPr>
                <p:nvPr/>
              </p:nvCxnSpPr>
              <p:spPr>
                <a:xfrm>
                  <a:off x="11973257" y="3912787"/>
                  <a:ext cx="0" cy="649904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8" name="矩形 107">
                  <a:extLst>
                    <a:ext uri="{FF2B5EF4-FFF2-40B4-BE49-F238E27FC236}">
                      <a16:creationId xmlns:a16="http://schemas.microsoft.com/office/drawing/2014/main" id="{6FE61B20-E212-D3DF-7834-90940DDC00F8}"/>
                    </a:ext>
                  </a:extLst>
                </p:cNvPr>
                <p:cNvSpPr/>
                <p:nvPr/>
              </p:nvSpPr>
              <p:spPr>
                <a:xfrm>
                  <a:off x="11466652" y="4131255"/>
                  <a:ext cx="1013215" cy="192519"/>
                </a:xfrm>
                <a:prstGeom prst="rect">
                  <a:avLst/>
                </a:prstGeom>
                <a:solidFill>
                  <a:srgbClr val="F9EFF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>
                      <a:solidFill>
                        <a:schemeClr val="tx1"/>
                      </a:solidFill>
                    </a:rPr>
                    <a:t>sitting on</a:t>
                  </a:r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110" name="直接箭头连接符 109">
                  <a:extLst>
                    <a:ext uri="{FF2B5EF4-FFF2-40B4-BE49-F238E27FC236}">
                      <a16:creationId xmlns:a16="http://schemas.microsoft.com/office/drawing/2014/main" id="{10EB403E-199C-BEF2-F7C4-2A03DB34A6D4}"/>
                    </a:ext>
                  </a:extLst>
                </p:cNvPr>
                <p:cNvCxnSpPr>
                  <a:cxnSpLocks/>
                  <a:stCxn id="101" idx="3"/>
                  <a:endCxn id="104" idx="1"/>
                </p:cNvCxnSpPr>
                <p:nvPr/>
              </p:nvCxnSpPr>
              <p:spPr>
                <a:xfrm>
                  <a:off x="12479867" y="3681409"/>
                  <a:ext cx="1013220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5" name="矩形 114">
                  <a:extLst>
                    <a:ext uri="{FF2B5EF4-FFF2-40B4-BE49-F238E27FC236}">
                      <a16:creationId xmlns:a16="http://schemas.microsoft.com/office/drawing/2014/main" id="{0C4F0F72-4D6E-7307-8F65-AF72E9588FA4}"/>
                    </a:ext>
                  </a:extLst>
                </p:cNvPr>
                <p:cNvSpPr/>
                <p:nvPr/>
              </p:nvSpPr>
              <p:spPr>
                <a:xfrm>
                  <a:off x="12706900" y="3600395"/>
                  <a:ext cx="554355" cy="192519"/>
                </a:xfrm>
                <a:prstGeom prst="rect">
                  <a:avLst/>
                </a:prstGeom>
                <a:solidFill>
                  <a:srgbClr val="F9EFF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9" name="矩形 118">
                  <a:extLst>
                    <a:ext uri="{FF2B5EF4-FFF2-40B4-BE49-F238E27FC236}">
                      <a16:creationId xmlns:a16="http://schemas.microsoft.com/office/drawing/2014/main" id="{5F631B9D-557A-6CAA-EB17-9ABFAB90B9C2}"/>
                    </a:ext>
                  </a:extLst>
                </p:cNvPr>
                <p:cNvSpPr/>
                <p:nvPr/>
              </p:nvSpPr>
              <p:spPr>
                <a:xfrm>
                  <a:off x="12619506" y="3574776"/>
                  <a:ext cx="718732" cy="192519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>
                      <a:solidFill>
                        <a:schemeClr val="tx1"/>
                      </a:solidFill>
                    </a:rPr>
                    <a:t>next to</a:t>
                  </a:r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5" name="矩形: 圆角 4">
                <a:extLst>
                  <a:ext uri="{FF2B5EF4-FFF2-40B4-BE49-F238E27FC236}">
                    <a16:creationId xmlns:a16="http://schemas.microsoft.com/office/drawing/2014/main" id="{FF7D8A03-8100-975A-D91C-7AD6B765C0E5}"/>
                  </a:ext>
                </a:extLst>
              </p:cNvPr>
              <p:cNvSpPr/>
              <p:nvPr/>
            </p:nvSpPr>
            <p:spPr>
              <a:xfrm>
                <a:off x="11078514" y="7325403"/>
                <a:ext cx="1013220" cy="462756"/>
              </a:xfrm>
              <a:prstGeom prst="roundRect">
                <a:avLst>
                  <a:gd name="adj" fmla="val 50000"/>
                </a:avLst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schemeClr val="tx1"/>
                    </a:solidFill>
                  </a:rPr>
                  <a:t>Bench</a:t>
                </a:r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B68AEC17-5748-C9EF-22FF-44155C175955}"/>
                  </a:ext>
                </a:extLst>
              </p:cNvPr>
              <p:cNvSpPr txBox="1"/>
              <p:nvPr/>
            </p:nvSpPr>
            <p:spPr>
              <a:xfrm>
                <a:off x="10688337" y="6694410"/>
                <a:ext cx="377471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2400" b="1" dirty="0">
                    <a:solidFill>
                      <a:schemeClr val="accent2">
                        <a:lumMod val="75000"/>
                      </a:schemeClr>
                    </a:solidFill>
                  </a:rPr>
                  <a:t>Segment</a:t>
                </a:r>
                <a:r>
                  <a:rPr lang="en-US" altLang="zh-CN" sz="2000" b="1" dirty="0">
                    <a:solidFill>
                      <a:schemeClr val="accent2">
                        <a:lumMod val="75000"/>
                      </a:schemeClr>
                    </a:solidFill>
                  </a:rPr>
                  <a:t> </a:t>
                </a:r>
                <a:r>
                  <a:rPr lang="en-US" altLang="zh-CN" dirty="0"/>
                  <a:t>seg_0116 [47:55–48:25] </a:t>
                </a:r>
                <a:endParaRPr lang="zh-CN" altLang="en-US" sz="1800" dirty="0"/>
              </a:p>
            </p:txBody>
          </p:sp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753358DF-38CE-DD10-5B1F-A1D6A305F088}"/>
                  </a:ext>
                </a:extLst>
              </p:cNvPr>
              <p:cNvSpPr txBox="1"/>
              <p:nvPr/>
            </p:nvSpPr>
            <p:spPr>
              <a:xfrm>
                <a:off x="14659971" y="6696578"/>
                <a:ext cx="377471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2400" b="1" dirty="0">
                    <a:solidFill>
                      <a:schemeClr val="accent2">
                        <a:lumMod val="75000"/>
                      </a:schemeClr>
                    </a:solidFill>
                  </a:rPr>
                  <a:t>Segment</a:t>
                </a:r>
                <a:r>
                  <a:rPr lang="en-US" altLang="zh-CN" sz="2000" b="1" dirty="0">
                    <a:solidFill>
                      <a:schemeClr val="accent2">
                        <a:lumMod val="75000"/>
                      </a:schemeClr>
                    </a:solidFill>
                  </a:rPr>
                  <a:t> </a:t>
                </a:r>
                <a:r>
                  <a:rPr lang="en-US" altLang="zh-CN" dirty="0"/>
                  <a:t>seg_0120 [49:35–50:05] </a:t>
                </a:r>
                <a:endParaRPr lang="zh-CN" altLang="en-US" sz="1800" dirty="0"/>
              </a:p>
            </p:txBody>
          </p:sp>
          <p:sp>
            <p:nvSpPr>
              <p:cNvPr id="9" name="矩形: 圆角 8">
                <a:extLst>
                  <a:ext uri="{FF2B5EF4-FFF2-40B4-BE49-F238E27FC236}">
                    <a16:creationId xmlns:a16="http://schemas.microsoft.com/office/drawing/2014/main" id="{A678C37C-9F1F-186F-AB4A-B3E1E569463D}"/>
                  </a:ext>
                </a:extLst>
              </p:cNvPr>
              <p:cNvSpPr/>
              <p:nvPr/>
            </p:nvSpPr>
            <p:spPr>
              <a:xfrm>
                <a:off x="13025706" y="7325403"/>
                <a:ext cx="1013220" cy="462756"/>
              </a:xfrm>
              <a:prstGeom prst="roundRect">
                <a:avLst>
                  <a:gd name="adj" fmla="val 50000"/>
                </a:avLst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schemeClr val="tx1"/>
                    </a:solidFill>
                  </a:rPr>
                  <a:t>Tree</a:t>
                </a:r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矩形: 圆角 10">
                <a:extLst>
                  <a:ext uri="{FF2B5EF4-FFF2-40B4-BE49-F238E27FC236}">
                    <a16:creationId xmlns:a16="http://schemas.microsoft.com/office/drawing/2014/main" id="{2F5B1246-6768-00ED-D1B8-410780C750E0}"/>
                  </a:ext>
                </a:extLst>
              </p:cNvPr>
              <p:cNvSpPr/>
              <p:nvPr/>
            </p:nvSpPr>
            <p:spPr>
              <a:xfrm>
                <a:off x="11083594" y="8461272"/>
                <a:ext cx="1013220" cy="462756"/>
              </a:xfrm>
              <a:prstGeom prst="roundRect">
                <a:avLst>
                  <a:gd name="adj" fmla="val 50000"/>
                </a:avLst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schemeClr val="tx1"/>
                    </a:solidFill>
                  </a:rPr>
                  <a:t>Person</a:t>
                </a:r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5" name="直接箭头连接符 14">
                <a:extLst>
                  <a:ext uri="{FF2B5EF4-FFF2-40B4-BE49-F238E27FC236}">
                    <a16:creationId xmlns:a16="http://schemas.microsoft.com/office/drawing/2014/main" id="{DE118DC5-E978-1CF7-25E6-56BE4C8B0EC9}"/>
                  </a:ext>
                </a:extLst>
              </p:cNvPr>
              <p:cNvCxnSpPr>
                <a:cxnSpLocks/>
                <a:stCxn id="5" idx="3"/>
                <a:endCxn id="9" idx="1"/>
              </p:cNvCxnSpPr>
              <p:nvPr/>
            </p:nvCxnSpPr>
            <p:spPr>
              <a:xfrm>
                <a:off x="12091734" y="7556781"/>
                <a:ext cx="933972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AB8D6D0D-59B2-BDE8-C0BD-A65EE525CCD1}"/>
                  </a:ext>
                </a:extLst>
              </p:cNvPr>
              <p:cNvSpPr/>
              <p:nvPr/>
            </p:nvSpPr>
            <p:spPr>
              <a:xfrm>
                <a:off x="12354412" y="7439459"/>
                <a:ext cx="440055" cy="224797"/>
              </a:xfrm>
              <a:prstGeom prst="rect">
                <a:avLst/>
              </a:prstGeom>
              <a:solidFill>
                <a:srgbClr val="E8CFE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1A7DAC0D-4108-6C31-F5A3-D24AB35A9376}"/>
                  </a:ext>
                </a:extLst>
              </p:cNvPr>
              <p:cNvSpPr/>
              <p:nvPr/>
            </p:nvSpPr>
            <p:spPr>
              <a:xfrm>
                <a:off x="11989306" y="7447169"/>
                <a:ext cx="1172779" cy="1925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under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5" name="直接箭头连接符 24">
                <a:extLst>
                  <a:ext uri="{FF2B5EF4-FFF2-40B4-BE49-F238E27FC236}">
                    <a16:creationId xmlns:a16="http://schemas.microsoft.com/office/drawing/2014/main" id="{AD4E6167-0581-551F-9D98-2221B9A259D5}"/>
                  </a:ext>
                </a:extLst>
              </p:cNvPr>
              <p:cNvCxnSpPr>
                <a:cxnSpLocks/>
                <a:stCxn id="11" idx="0"/>
                <a:endCxn id="5" idx="2"/>
              </p:cNvCxnSpPr>
              <p:nvPr/>
            </p:nvCxnSpPr>
            <p:spPr>
              <a:xfrm flipH="1" flipV="1">
                <a:off x="11585124" y="7788159"/>
                <a:ext cx="5080" cy="673113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EE680550-176A-2795-FC91-1E024C7AF7B8}"/>
                  </a:ext>
                </a:extLst>
              </p:cNvPr>
              <p:cNvSpPr/>
              <p:nvPr/>
            </p:nvSpPr>
            <p:spPr>
              <a:xfrm>
                <a:off x="11138388" y="8001333"/>
                <a:ext cx="850914" cy="179030"/>
              </a:xfrm>
              <a:prstGeom prst="rect">
                <a:avLst/>
              </a:prstGeom>
              <a:solidFill>
                <a:srgbClr val="E8CFE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dirty="0"/>
              </a:p>
            </p:txBody>
          </p:sp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5493890E-295F-2ACA-6ADA-54DF016EC037}"/>
                  </a:ext>
                </a:extLst>
              </p:cNvPr>
              <p:cNvSpPr/>
              <p:nvPr/>
            </p:nvSpPr>
            <p:spPr>
              <a:xfrm>
                <a:off x="10998734" y="7977659"/>
                <a:ext cx="1172779" cy="1925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sitting on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E5DF9483-6AC9-7CCC-433E-369CA5B545F1}"/>
                  </a:ext>
                </a:extLst>
              </p:cNvPr>
              <p:cNvSpPr/>
              <p:nvPr/>
            </p:nvSpPr>
            <p:spPr>
              <a:xfrm>
                <a:off x="13089759" y="8001333"/>
                <a:ext cx="850914" cy="179030"/>
              </a:xfrm>
              <a:prstGeom prst="rect">
                <a:avLst/>
              </a:prstGeom>
              <a:solidFill>
                <a:srgbClr val="E8CFE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43" name="直接箭头连接符 42">
                <a:extLst>
                  <a:ext uri="{FF2B5EF4-FFF2-40B4-BE49-F238E27FC236}">
                    <a16:creationId xmlns:a16="http://schemas.microsoft.com/office/drawing/2014/main" id="{233CE606-149E-EC20-8A13-1AAA0F94774F}"/>
                  </a:ext>
                </a:extLst>
              </p:cNvPr>
              <p:cNvCxnSpPr/>
              <p:nvPr/>
            </p:nvCxnSpPr>
            <p:spPr>
              <a:xfrm>
                <a:off x="12431269" y="9235853"/>
                <a:ext cx="0" cy="543717"/>
              </a:xfrm>
              <a:prstGeom prst="straightConnector1">
                <a:avLst/>
              </a:prstGeom>
              <a:ln w="57150"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B16BD52F-D07E-3D69-969C-4EDFC457E1B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431269" y="9474770"/>
                <a:ext cx="1898628" cy="0"/>
              </a:xfrm>
              <a:prstGeom prst="line">
                <a:avLst/>
              </a:prstGeom>
              <a:ln w="5715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箭头连接符 44">
                <a:extLst>
                  <a:ext uri="{FF2B5EF4-FFF2-40B4-BE49-F238E27FC236}">
                    <a16:creationId xmlns:a16="http://schemas.microsoft.com/office/drawing/2014/main" id="{07EC62F7-8845-A52D-C148-7FF4CA40131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301147" y="9474770"/>
                <a:ext cx="0" cy="321642"/>
              </a:xfrm>
              <a:prstGeom prst="straightConnector1">
                <a:avLst/>
              </a:prstGeom>
              <a:ln w="57150">
                <a:solidFill>
                  <a:schemeClr val="accent6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392959F7-8662-3349-CF75-4AAA26A8A3B6}"/>
                  </a:ext>
                </a:extLst>
              </p:cNvPr>
              <p:cNvSpPr txBox="1"/>
              <p:nvPr/>
            </p:nvSpPr>
            <p:spPr>
              <a:xfrm>
                <a:off x="11218524" y="9246827"/>
                <a:ext cx="113588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b="1" dirty="0">
                    <a:solidFill>
                      <a:schemeClr val="accent6">
                        <a:lumMod val="50000"/>
                      </a:schemeClr>
                    </a:solidFill>
                  </a:rPr>
                  <a:t>contain</a:t>
                </a:r>
                <a:endParaRPr lang="zh-CN" altLang="en-US" sz="2400" b="1" dirty="0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  <p:grpSp>
            <p:nvGrpSpPr>
              <p:cNvPr id="123" name="组合 122">
                <a:extLst>
                  <a:ext uri="{FF2B5EF4-FFF2-40B4-BE49-F238E27FC236}">
                    <a16:creationId xmlns:a16="http://schemas.microsoft.com/office/drawing/2014/main" id="{D13E6F34-EDA7-43D7-CB86-701AB79B2AEA}"/>
                  </a:ext>
                </a:extLst>
              </p:cNvPr>
              <p:cNvGrpSpPr/>
              <p:nvPr/>
            </p:nvGrpSpPr>
            <p:grpSpPr>
              <a:xfrm>
                <a:off x="10604681" y="9798448"/>
                <a:ext cx="2515793" cy="2390761"/>
                <a:chOff x="10992814" y="9028828"/>
                <a:chExt cx="2515793" cy="2390761"/>
              </a:xfrm>
            </p:grpSpPr>
            <p:sp>
              <p:nvSpPr>
                <p:cNvPr id="10" name="矩形: 圆角 9">
                  <a:extLst>
                    <a:ext uri="{FF2B5EF4-FFF2-40B4-BE49-F238E27FC236}">
                      <a16:creationId xmlns:a16="http://schemas.microsoft.com/office/drawing/2014/main" id="{F336788A-E6A0-3830-0795-061111692A2C}"/>
                    </a:ext>
                  </a:extLst>
                </p:cNvPr>
                <p:cNvSpPr/>
                <p:nvPr/>
              </p:nvSpPr>
              <p:spPr>
                <a:xfrm>
                  <a:off x="10992814" y="9028828"/>
                  <a:ext cx="2425490" cy="2390761"/>
                </a:xfrm>
                <a:prstGeom prst="roundRect">
                  <a:avLst/>
                </a:prstGeom>
                <a:solidFill>
                  <a:srgbClr val="ADA5CE">
                    <a:alpha val="50000"/>
                  </a:srgb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8" name="文本框 47">
                  <a:extLst>
                    <a:ext uri="{FF2B5EF4-FFF2-40B4-BE49-F238E27FC236}">
                      <a16:creationId xmlns:a16="http://schemas.microsoft.com/office/drawing/2014/main" id="{F7FFA48B-FEBA-6424-0D38-06DAF451ACCA}"/>
                    </a:ext>
                  </a:extLst>
                </p:cNvPr>
                <p:cNvSpPr txBox="1"/>
                <p:nvPr/>
              </p:nvSpPr>
              <p:spPr>
                <a:xfrm>
                  <a:off x="11079622" y="9130020"/>
                  <a:ext cx="1297813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zh-CN" sz="2400" b="1" dirty="0">
                      <a:solidFill>
                        <a:srgbClr val="7030A0"/>
                      </a:solidFill>
                    </a:rPr>
                    <a:t>Frame</a:t>
                  </a:r>
                  <a:endParaRPr lang="zh-CN" altLang="en-US" sz="1800" dirty="0">
                    <a:solidFill>
                      <a:srgbClr val="7030A0"/>
                    </a:solidFill>
                  </a:endParaRPr>
                </a:p>
              </p:txBody>
            </p:sp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6086B15F-7D15-6A0E-5A14-8898E793BEB7}"/>
                    </a:ext>
                  </a:extLst>
                </p:cNvPr>
                <p:cNvSpPr txBox="1"/>
                <p:nvPr/>
              </p:nvSpPr>
              <p:spPr>
                <a:xfrm>
                  <a:off x="11076470" y="9510971"/>
                  <a:ext cx="243213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dirty="0"/>
                    <a:t>f_005781</a:t>
                  </a:r>
                  <a:r>
                    <a:rPr lang="en-US" altLang="zh-CN" sz="1800" dirty="0">
                      <a:solidFill>
                        <a:schemeClr val="tx1"/>
                      </a:solidFill>
                    </a:rPr>
                    <a:t>[48:00–48:05]</a:t>
                  </a:r>
                  <a:endParaRPr lang="zh-CN" altLang="en-US" dirty="0"/>
                </a:p>
              </p:txBody>
            </p:sp>
            <p:sp>
              <p:nvSpPr>
                <p:cNvPr id="58" name="矩形: 圆角 57">
                  <a:extLst>
                    <a:ext uri="{FF2B5EF4-FFF2-40B4-BE49-F238E27FC236}">
                      <a16:creationId xmlns:a16="http://schemas.microsoft.com/office/drawing/2014/main" id="{EDDD99EB-983A-A3AF-BA2A-3544AFBC20E6}"/>
                    </a:ext>
                  </a:extLst>
                </p:cNvPr>
                <p:cNvSpPr/>
                <p:nvPr/>
              </p:nvSpPr>
              <p:spPr>
                <a:xfrm>
                  <a:off x="11212113" y="9923759"/>
                  <a:ext cx="1013220" cy="46275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tx1"/>
                      </a:solidFill>
                    </a:rPr>
                    <a:t>Person</a:t>
                  </a:r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9" name="矩形: 圆角 58">
                  <a:extLst>
                    <a:ext uri="{FF2B5EF4-FFF2-40B4-BE49-F238E27FC236}">
                      <a16:creationId xmlns:a16="http://schemas.microsoft.com/office/drawing/2014/main" id="{98464972-E8BE-28FC-EB67-284BBF90D525}"/>
                    </a:ext>
                  </a:extLst>
                </p:cNvPr>
                <p:cNvSpPr/>
                <p:nvPr/>
              </p:nvSpPr>
              <p:spPr>
                <a:xfrm>
                  <a:off x="12235935" y="10799762"/>
                  <a:ext cx="1013220" cy="46275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tx1"/>
                      </a:solidFill>
                    </a:rPr>
                    <a:t>Bench</a:t>
                  </a:r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60" name="直接箭头连接符 59">
                  <a:extLst>
                    <a:ext uri="{FF2B5EF4-FFF2-40B4-BE49-F238E27FC236}">
                      <a16:creationId xmlns:a16="http://schemas.microsoft.com/office/drawing/2014/main" id="{30326804-A2D9-70BB-A502-C4BDA1F8710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772722" y="10155137"/>
                  <a:ext cx="0" cy="632866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直接连接符 66">
                  <a:extLst>
                    <a:ext uri="{FF2B5EF4-FFF2-40B4-BE49-F238E27FC236}">
                      <a16:creationId xmlns:a16="http://schemas.microsoft.com/office/drawing/2014/main" id="{BC4E876C-CD9B-D2FB-D245-AD5691366013}"/>
                    </a:ext>
                  </a:extLst>
                </p:cNvPr>
                <p:cNvCxnSpPr>
                  <a:cxnSpLocks/>
                  <a:stCxn id="58" idx="3"/>
                </p:cNvCxnSpPr>
                <p:nvPr/>
              </p:nvCxnSpPr>
              <p:spPr>
                <a:xfrm>
                  <a:off x="12225333" y="10155137"/>
                  <a:ext cx="554360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80" name="矩形 79">
                  <a:extLst>
                    <a:ext uri="{FF2B5EF4-FFF2-40B4-BE49-F238E27FC236}">
                      <a16:creationId xmlns:a16="http://schemas.microsoft.com/office/drawing/2014/main" id="{C51DC224-C3B8-2C5E-C727-D59013FE1FBC}"/>
                    </a:ext>
                  </a:extLst>
                </p:cNvPr>
                <p:cNvSpPr/>
                <p:nvPr/>
              </p:nvSpPr>
              <p:spPr>
                <a:xfrm>
                  <a:off x="12439072" y="10036698"/>
                  <a:ext cx="876791" cy="224121"/>
                </a:xfrm>
                <a:prstGeom prst="rect">
                  <a:avLst/>
                </a:prstGeom>
                <a:solidFill>
                  <a:srgbClr val="D0CCE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>
                      <a:solidFill>
                        <a:schemeClr val="tx1"/>
                      </a:solidFill>
                    </a:rPr>
                    <a:t>sitting on</a:t>
                  </a:r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24" name="组合 123">
                <a:extLst>
                  <a:ext uri="{FF2B5EF4-FFF2-40B4-BE49-F238E27FC236}">
                    <a16:creationId xmlns:a16="http://schemas.microsoft.com/office/drawing/2014/main" id="{ED5B223B-197F-2E9B-A111-0F756981F3C4}"/>
                  </a:ext>
                </a:extLst>
              </p:cNvPr>
              <p:cNvGrpSpPr/>
              <p:nvPr/>
            </p:nvGrpSpPr>
            <p:grpSpPr>
              <a:xfrm>
                <a:off x="13279335" y="9798448"/>
                <a:ext cx="2535655" cy="2390761"/>
                <a:chOff x="13839957" y="9028828"/>
                <a:chExt cx="2535655" cy="2390761"/>
              </a:xfrm>
            </p:grpSpPr>
            <p:sp>
              <p:nvSpPr>
                <p:cNvPr id="75" name="矩形: 圆角 74">
                  <a:extLst>
                    <a:ext uri="{FF2B5EF4-FFF2-40B4-BE49-F238E27FC236}">
                      <a16:creationId xmlns:a16="http://schemas.microsoft.com/office/drawing/2014/main" id="{02F69952-291D-47A5-09BA-C5C80C7EDAF7}"/>
                    </a:ext>
                  </a:extLst>
                </p:cNvPr>
                <p:cNvSpPr/>
                <p:nvPr/>
              </p:nvSpPr>
              <p:spPr>
                <a:xfrm>
                  <a:off x="13839957" y="9028828"/>
                  <a:ext cx="2425490" cy="2390761"/>
                </a:xfrm>
                <a:prstGeom prst="roundRect">
                  <a:avLst/>
                </a:prstGeom>
                <a:solidFill>
                  <a:srgbClr val="ADA5CE">
                    <a:alpha val="50000"/>
                  </a:srgb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83CB44C9-A41D-E01F-E8B3-067DE9A78694}"/>
                    </a:ext>
                  </a:extLst>
                </p:cNvPr>
                <p:cNvSpPr txBox="1"/>
                <p:nvPr/>
              </p:nvSpPr>
              <p:spPr>
                <a:xfrm>
                  <a:off x="13920449" y="9130020"/>
                  <a:ext cx="1297813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zh-CN" sz="2400" b="1" dirty="0">
                      <a:solidFill>
                        <a:srgbClr val="7030A0"/>
                      </a:solidFill>
                    </a:rPr>
                    <a:t>Frame</a:t>
                  </a:r>
                  <a:endParaRPr lang="zh-CN" altLang="en-US" sz="1800" dirty="0">
                    <a:solidFill>
                      <a:srgbClr val="7030A0"/>
                    </a:solidFill>
                  </a:endParaRPr>
                </a:p>
              </p:txBody>
            </p:sp>
            <p:sp>
              <p:nvSpPr>
                <p:cNvPr id="54" name="文本框 53">
                  <a:extLst>
                    <a:ext uri="{FF2B5EF4-FFF2-40B4-BE49-F238E27FC236}">
                      <a16:creationId xmlns:a16="http://schemas.microsoft.com/office/drawing/2014/main" id="{4C8B1846-C5A2-EA52-EA63-00556A1977FE}"/>
                    </a:ext>
                  </a:extLst>
                </p:cNvPr>
                <p:cNvSpPr txBox="1"/>
                <p:nvPr/>
              </p:nvSpPr>
              <p:spPr>
                <a:xfrm>
                  <a:off x="13943475" y="9512713"/>
                  <a:ext cx="2432137" cy="37807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dirty="0"/>
                    <a:t>f_005782</a:t>
                  </a:r>
                  <a:r>
                    <a:rPr lang="en-US" altLang="zh-CN" sz="1800" dirty="0">
                      <a:solidFill>
                        <a:schemeClr val="tx1"/>
                      </a:solidFill>
                    </a:rPr>
                    <a:t>[</a:t>
                  </a:r>
                  <a:r>
                    <a:rPr lang="en-US" altLang="zh-CN" dirty="0"/>
                    <a:t>48</a:t>
                  </a:r>
                  <a:r>
                    <a:rPr lang="en-US" altLang="zh-CN" sz="1800" dirty="0">
                      <a:solidFill>
                        <a:schemeClr val="tx1"/>
                      </a:solidFill>
                    </a:rPr>
                    <a:t>:05–48:10]</a:t>
                  </a:r>
                  <a:endParaRPr lang="zh-CN" altLang="en-US" dirty="0"/>
                </a:p>
              </p:txBody>
            </p:sp>
            <p:sp>
              <p:nvSpPr>
                <p:cNvPr id="81" name="矩形: 圆角 80">
                  <a:extLst>
                    <a:ext uri="{FF2B5EF4-FFF2-40B4-BE49-F238E27FC236}">
                      <a16:creationId xmlns:a16="http://schemas.microsoft.com/office/drawing/2014/main" id="{9CB046EE-8424-8084-EE81-C074A5B8D398}"/>
                    </a:ext>
                  </a:extLst>
                </p:cNvPr>
                <p:cNvSpPr/>
                <p:nvPr/>
              </p:nvSpPr>
              <p:spPr>
                <a:xfrm>
                  <a:off x="14057147" y="9937668"/>
                  <a:ext cx="1013220" cy="46275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tx1"/>
                      </a:solidFill>
                    </a:rPr>
                    <a:t>Bench</a:t>
                  </a:r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3" name="矩形: 圆角 82">
                  <a:extLst>
                    <a:ext uri="{FF2B5EF4-FFF2-40B4-BE49-F238E27FC236}">
                      <a16:creationId xmlns:a16="http://schemas.microsoft.com/office/drawing/2014/main" id="{778C7D3D-8B1F-09DB-B8FD-0AB6B6F3698B}"/>
                    </a:ext>
                  </a:extLst>
                </p:cNvPr>
                <p:cNvSpPr/>
                <p:nvPr/>
              </p:nvSpPr>
              <p:spPr>
                <a:xfrm>
                  <a:off x="15080969" y="10813671"/>
                  <a:ext cx="1013220" cy="46275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tx1"/>
                      </a:solidFill>
                    </a:rPr>
                    <a:t>Tree</a:t>
                  </a:r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86" name="直接箭头连接符 85">
                  <a:extLst>
                    <a:ext uri="{FF2B5EF4-FFF2-40B4-BE49-F238E27FC236}">
                      <a16:creationId xmlns:a16="http://schemas.microsoft.com/office/drawing/2014/main" id="{02E64C0B-6762-7EFF-73A8-732C52501C3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5617756" y="10169046"/>
                  <a:ext cx="0" cy="632866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" name="直接连接符 86">
                  <a:extLst>
                    <a:ext uri="{FF2B5EF4-FFF2-40B4-BE49-F238E27FC236}">
                      <a16:creationId xmlns:a16="http://schemas.microsoft.com/office/drawing/2014/main" id="{2548D01F-F164-A1BF-39BE-5C4DEA193A40}"/>
                    </a:ext>
                  </a:extLst>
                </p:cNvPr>
                <p:cNvCxnSpPr>
                  <a:cxnSpLocks/>
                  <a:stCxn id="81" idx="3"/>
                </p:cNvCxnSpPr>
                <p:nvPr/>
              </p:nvCxnSpPr>
              <p:spPr>
                <a:xfrm>
                  <a:off x="15070367" y="10169046"/>
                  <a:ext cx="554360" cy="0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88" name="矩形 87">
                  <a:extLst>
                    <a:ext uri="{FF2B5EF4-FFF2-40B4-BE49-F238E27FC236}">
                      <a16:creationId xmlns:a16="http://schemas.microsoft.com/office/drawing/2014/main" id="{441B5A53-6DBF-7D5A-814B-66B34FDD77AC}"/>
                    </a:ext>
                  </a:extLst>
                </p:cNvPr>
                <p:cNvSpPr/>
                <p:nvPr/>
              </p:nvSpPr>
              <p:spPr>
                <a:xfrm>
                  <a:off x="15310104" y="10066368"/>
                  <a:ext cx="621095" cy="231704"/>
                </a:xfrm>
                <a:prstGeom prst="rect">
                  <a:avLst/>
                </a:prstGeom>
                <a:solidFill>
                  <a:srgbClr val="D0CCE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>
                      <a:solidFill>
                        <a:schemeClr val="tx1"/>
                      </a:solidFill>
                    </a:rPr>
                    <a:t>under</a:t>
                  </a:r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25" name="组合 124">
                <a:extLst>
                  <a:ext uri="{FF2B5EF4-FFF2-40B4-BE49-F238E27FC236}">
                    <a16:creationId xmlns:a16="http://schemas.microsoft.com/office/drawing/2014/main" id="{FEEC3AEF-C6D3-B042-DB9E-36E4970BDB8C}"/>
                  </a:ext>
                </a:extLst>
              </p:cNvPr>
              <p:cNvGrpSpPr/>
              <p:nvPr/>
            </p:nvGrpSpPr>
            <p:grpSpPr>
              <a:xfrm>
                <a:off x="15973852" y="9798448"/>
                <a:ext cx="2514722" cy="2390761"/>
                <a:chOff x="16687100" y="9028827"/>
                <a:chExt cx="2514722" cy="2390761"/>
              </a:xfrm>
            </p:grpSpPr>
            <p:sp>
              <p:nvSpPr>
                <p:cNvPr id="76" name="矩形: 圆角 75">
                  <a:extLst>
                    <a:ext uri="{FF2B5EF4-FFF2-40B4-BE49-F238E27FC236}">
                      <a16:creationId xmlns:a16="http://schemas.microsoft.com/office/drawing/2014/main" id="{D6D03F57-EFA5-3C0A-D4B4-8F8FE176E3A6}"/>
                    </a:ext>
                  </a:extLst>
                </p:cNvPr>
                <p:cNvSpPr/>
                <p:nvPr/>
              </p:nvSpPr>
              <p:spPr>
                <a:xfrm>
                  <a:off x="16687100" y="9028827"/>
                  <a:ext cx="2425490" cy="2390761"/>
                </a:xfrm>
                <a:prstGeom prst="roundRect">
                  <a:avLst/>
                </a:prstGeom>
                <a:solidFill>
                  <a:srgbClr val="ADA5CE">
                    <a:alpha val="50000"/>
                  </a:srgb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882568C9-95BC-3868-ABBC-57FDB9C3DF52}"/>
                    </a:ext>
                  </a:extLst>
                </p:cNvPr>
                <p:cNvSpPr txBox="1"/>
                <p:nvPr/>
              </p:nvSpPr>
              <p:spPr>
                <a:xfrm>
                  <a:off x="16800809" y="9130020"/>
                  <a:ext cx="1297813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zh-CN" sz="2400" b="1" dirty="0">
                      <a:solidFill>
                        <a:srgbClr val="7030A0"/>
                      </a:solidFill>
                    </a:rPr>
                    <a:t>Frame</a:t>
                  </a:r>
                  <a:endParaRPr lang="zh-CN" altLang="en-US" sz="1800" dirty="0">
                    <a:solidFill>
                      <a:srgbClr val="7030A0"/>
                    </a:solidFill>
                  </a:endParaRPr>
                </a:p>
              </p:txBody>
            </p:sp>
            <p:sp>
              <p:nvSpPr>
                <p:cNvPr id="57" name="文本框 56">
                  <a:extLst>
                    <a:ext uri="{FF2B5EF4-FFF2-40B4-BE49-F238E27FC236}">
                      <a16:creationId xmlns:a16="http://schemas.microsoft.com/office/drawing/2014/main" id="{C2C20318-A24A-0006-926F-E115AFFBE024}"/>
                    </a:ext>
                  </a:extLst>
                </p:cNvPr>
                <p:cNvSpPr txBox="1"/>
                <p:nvPr/>
              </p:nvSpPr>
              <p:spPr>
                <a:xfrm>
                  <a:off x="16790563" y="9494313"/>
                  <a:ext cx="241125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dirty="0"/>
                    <a:t>f_005951</a:t>
                  </a:r>
                  <a:r>
                    <a:rPr lang="en-US" altLang="zh-CN" dirty="0">
                      <a:solidFill>
                        <a:schemeClr val="tx1"/>
                      </a:solidFill>
                    </a:rPr>
                    <a:t>[49:35–49:40] </a:t>
                  </a:r>
                  <a:endParaRPr lang="zh-CN" altLang="en-US" dirty="0"/>
                </a:p>
              </p:txBody>
            </p:sp>
            <p:sp>
              <p:nvSpPr>
                <p:cNvPr id="89" name="矩形: 圆角 88">
                  <a:extLst>
                    <a:ext uri="{FF2B5EF4-FFF2-40B4-BE49-F238E27FC236}">
                      <a16:creationId xmlns:a16="http://schemas.microsoft.com/office/drawing/2014/main" id="{8104ADFB-8A94-C852-7499-5F8C38B755BA}"/>
                    </a:ext>
                  </a:extLst>
                </p:cNvPr>
                <p:cNvSpPr/>
                <p:nvPr/>
              </p:nvSpPr>
              <p:spPr>
                <a:xfrm>
                  <a:off x="16921910" y="9955978"/>
                  <a:ext cx="764591" cy="46275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tx1"/>
                      </a:solidFill>
                    </a:rPr>
                    <a:t>Girl</a:t>
                  </a:r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0" name="矩形: 圆角 89">
                  <a:extLst>
                    <a:ext uri="{FF2B5EF4-FFF2-40B4-BE49-F238E27FC236}">
                      <a16:creationId xmlns:a16="http://schemas.microsoft.com/office/drawing/2014/main" id="{38D7B196-8709-2B1C-16E9-AF2B841CE111}"/>
                    </a:ext>
                  </a:extLst>
                </p:cNvPr>
                <p:cNvSpPr/>
                <p:nvPr/>
              </p:nvSpPr>
              <p:spPr>
                <a:xfrm>
                  <a:off x="17915192" y="10807948"/>
                  <a:ext cx="1062298" cy="46275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tx1"/>
                      </a:solidFill>
                    </a:rPr>
                    <a:t>Vampire</a:t>
                  </a:r>
                </a:p>
              </p:txBody>
            </p:sp>
            <p:cxnSp>
              <p:nvCxnSpPr>
                <p:cNvPr id="92" name="直接连接符 91">
                  <a:extLst>
                    <a:ext uri="{FF2B5EF4-FFF2-40B4-BE49-F238E27FC236}">
                      <a16:creationId xmlns:a16="http://schemas.microsoft.com/office/drawing/2014/main" id="{C16E2938-4C6F-BF0F-725C-679E7D166025}"/>
                    </a:ext>
                  </a:extLst>
                </p:cNvPr>
                <p:cNvCxnSpPr>
                  <a:cxnSpLocks/>
                  <a:stCxn id="90" idx="0"/>
                  <a:endCxn id="93" idx="2"/>
                </p:cNvCxnSpPr>
                <p:nvPr/>
              </p:nvCxnSpPr>
              <p:spPr>
                <a:xfrm flipH="1" flipV="1">
                  <a:off x="18444031" y="10297724"/>
                  <a:ext cx="2310" cy="510224"/>
                </a:xfrm>
                <a:prstGeom prst="line">
                  <a:avLst/>
                </a:prstGeom>
                <a:ln w="127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93" name="矩形 92">
                  <a:extLst>
                    <a:ext uri="{FF2B5EF4-FFF2-40B4-BE49-F238E27FC236}">
                      <a16:creationId xmlns:a16="http://schemas.microsoft.com/office/drawing/2014/main" id="{BD55A735-3DD4-D5A7-44DE-40408A8D6B20}"/>
                    </a:ext>
                  </a:extLst>
                </p:cNvPr>
                <p:cNvSpPr/>
                <p:nvPr/>
              </p:nvSpPr>
              <p:spPr>
                <a:xfrm>
                  <a:off x="18093599" y="10078452"/>
                  <a:ext cx="700863" cy="219272"/>
                </a:xfrm>
                <a:prstGeom prst="rect">
                  <a:avLst/>
                </a:prstGeom>
                <a:solidFill>
                  <a:srgbClr val="D0CCE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400" dirty="0">
                      <a:solidFill>
                        <a:schemeClr val="tx1"/>
                      </a:solidFill>
                    </a:rPr>
                    <a:t>behind</a:t>
                  </a:r>
                  <a:endParaRPr lang="zh-CN" alt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5" name="矩形: 圆角 94">
                  <a:extLst>
                    <a:ext uri="{FF2B5EF4-FFF2-40B4-BE49-F238E27FC236}">
                      <a16:creationId xmlns:a16="http://schemas.microsoft.com/office/drawing/2014/main" id="{D9D3F7B6-FFB4-CE7F-3E67-1034BA97D18F}"/>
                    </a:ext>
                  </a:extLst>
                </p:cNvPr>
                <p:cNvSpPr/>
                <p:nvPr/>
              </p:nvSpPr>
              <p:spPr>
                <a:xfrm>
                  <a:off x="16888620" y="10812890"/>
                  <a:ext cx="845964" cy="46275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tx1"/>
                      </a:solidFill>
                    </a:rPr>
                    <a:t>Bench</a:t>
                  </a:r>
                  <a:endParaRPr lang="zh-CN" altLang="en-US" sz="160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99" name="直接箭头连接符 98">
                  <a:extLst>
                    <a:ext uri="{FF2B5EF4-FFF2-40B4-BE49-F238E27FC236}">
                      <a16:creationId xmlns:a16="http://schemas.microsoft.com/office/drawing/2014/main" id="{51FC833C-91DF-CFD7-3062-B44F26A027A7}"/>
                    </a:ext>
                  </a:extLst>
                </p:cNvPr>
                <p:cNvCxnSpPr>
                  <a:cxnSpLocks/>
                  <a:stCxn id="89" idx="2"/>
                </p:cNvCxnSpPr>
                <p:nvPr/>
              </p:nvCxnSpPr>
              <p:spPr>
                <a:xfrm flipH="1">
                  <a:off x="17304205" y="10418734"/>
                  <a:ext cx="1" cy="401488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6" name="矩形 105">
                  <a:extLst>
                    <a:ext uri="{FF2B5EF4-FFF2-40B4-BE49-F238E27FC236}">
                      <a16:creationId xmlns:a16="http://schemas.microsoft.com/office/drawing/2014/main" id="{88F7F4C0-7EEE-1352-DC4D-C7F5BC76F550}"/>
                    </a:ext>
                  </a:extLst>
                </p:cNvPr>
                <p:cNvSpPr/>
                <p:nvPr/>
              </p:nvSpPr>
              <p:spPr>
                <a:xfrm>
                  <a:off x="16840569" y="10471570"/>
                  <a:ext cx="917666" cy="180632"/>
                </a:xfrm>
                <a:prstGeom prst="rect">
                  <a:avLst/>
                </a:prstGeom>
                <a:solidFill>
                  <a:srgbClr val="D0CCE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10800" bIns="10800" rtlCol="0" anchor="ctr"/>
                <a:lstStyle/>
                <a:p>
                  <a:pPr algn="ctr"/>
                  <a:r>
                    <a:rPr lang="en-US" altLang="zh-CN" sz="1400" dirty="0">
                      <a:solidFill>
                        <a:schemeClr val="tx1"/>
                      </a:solidFill>
                    </a:rPr>
                    <a:t>sitting on</a:t>
                  </a:r>
                </a:p>
              </p:txBody>
            </p:sp>
          </p:grpSp>
          <p:grpSp>
            <p:nvGrpSpPr>
              <p:cNvPr id="127" name="组合 126">
                <a:extLst>
                  <a:ext uri="{FF2B5EF4-FFF2-40B4-BE49-F238E27FC236}">
                    <a16:creationId xmlns:a16="http://schemas.microsoft.com/office/drawing/2014/main" id="{78CEC059-C8FA-B91F-75C7-09EE8D600C16}"/>
                  </a:ext>
                </a:extLst>
              </p:cNvPr>
              <p:cNvGrpSpPr/>
              <p:nvPr/>
            </p:nvGrpSpPr>
            <p:grpSpPr>
              <a:xfrm>
                <a:off x="14916094" y="3769115"/>
                <a:ext cx="3670628" cy="2193879"/>
                <a:chOff x="15159543" y="2872176"/>
                <a:chExt cx="3670628" cy="2193879"/>
              </a:xfrm>
            </p:grpSpPr>
            <p:sp>
              <p:nvSpPr>
                <p:cNvPr id="109" name="矩形 108">
                  <a:extLst>
                    <a:ext uri="{FF2B5EF4-FFF2-40B4-BE49-F238E27FC236}">
                      <a16:creationId xmlns:a16="http://schemas.microsoft.com/office/drawing/2014/main" id="{C7D89525-9EE7-8AD5-17A8-2A964046F807}"/>
                    </a:ext>
                  </a:extLst>
                </p:cNvPr>
                <p:cNvSpPr/>
                <p:nvPr/>
              </p:nvSpPr>
              <p:spPr>
                <a:xfrm>
                  <a:off x="15159545" y="2872176"/>
                  <a:ext cx="3670626" cy="2193879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  <a:alpha val="49402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12" name="文本框 111">
                  <a:extLst>
                    <a:ext uri="{FF2B5EF4-FFF2-40B4-BE49-F238E27FC236}">
                      <a16:creationId xmlns:a16="http://schemas.microsoft.com/office/drawing/2014/main" id="{DC193764-BFCB-E775-681A-1CAF103F9DBB}"/>
                    </a:ext>
                  </a:extLst>
                </p:cNvPr>
                <p:cNvSpPr txBox="1"/>
                <p:nvPr/>
              </p:nvSpPr>
              <p:spPr>
                <a:xfrm>
                  <a:off x="15235507" y="2932556"/>
                  <a:ext cx="3007879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>
                    <a:buNone/>
                  </a:pPr>
                  <a:r>
                    <a:rPr lang="en-US" altLang="zh-CN" sz="2400" b="1" dirty="0">
                      <a:solidFill>
                        <a:srgbClr val="1F2329"/>
                      </a:solidFill>
                      <a:effectLst/>
                    </a:rPr>
                    <a:t>Video Entity Registry</a:t>
                  </a:r>
                </a:p>
              </p:txBody>
            </p:sp>
            <p:cxnSp>
              <p:nvCxnSpPr>
                <p:cNvPr id="114" name="直接连接符 113">
                  <a:extLst>
                    <a:ext uri="{FF2B5EF4-FFF2-40B4-BE49-F238E27FC236}">
                      <a16:creationId xmlns:a16="http://schemas.microsoft.com/office/drawing/2014/main" id="{656E8D00-9A54-4098-4902-C5E3627CCCC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5159543" y="3406413"/>
                  <a:ext cx="3670627" cy="0"/>
                </a:xfrm>
                <a:prstGeom prst="line">
                  <a:avLst/>
                </a:prstGeom>
                <a:ln w="12700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6" name="文本框 115">
                  <a:extLst>
                    <a:ext uri="{FF2B5EF4-FFF2-40B4-BE49-F238E27FC236}">
                      <a16:creationId xmlns:a16="http://schemas.microsoft.com/office/drawing/2014/main" id="{450204F9-5A51-E6C0-38C0-A1F84935C029}"/>
                    </a:ext>
                  </a:extLst>
                </p:cNvPr>
                <p:cNvSpPr txBox="1"/>
                <p:nvPr/>
              </p:nvSpPr>
              <p:spPr>
                <a:xfrm>
                  <a:off x="15493110" y="3620613"/>
                  <a:ext cx="3215403" cy="114351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30000"/>
                    </a:lnSpc>
                  </a:pPr>
                  <a:r>
                    <a:rPr lang="en-US" altLang="zh-CN" dirty="0"/>
                    <a:t>1.  Vampire		2.  Girl</a:t>
                  </a:r>
                </a:p>
                <a:p>
                  <a:pPr>
                    <a:lnSpc>
                      <a:spcPct val="130000"/>
                    </a:lnSpc>
                  </a:pPr>
                  <a:r>
                    <a:rPr lang="en-US" altLang="zh-CN" dirty="0"/>
                    <a:t>3.  Bench			4.  Tree</a:t>
                  </a:r>
                </a:p>
                <a:p>
                  <a:pPr>
                    <a:lnSpc>
                      <a:spcPct val="130000"/>
                    </a:lnSpc>
                  </a:pPr>
                  <a:r>
                    <a:rPr lang="en-US" altLang="zh-CN" dirty="0"/>
                    <a:t>5.  … …</a:t>
                  </a:r>
                  <a:endParaRPr lang="zh-CN" altLang="en-US" dirty="0"/>
                </a:p>
              </p:txBody>
            </p:sp>
            <p:pic>
              <p:nvPicPr>
                <p:cNvPr id="120" name="图片 119">
                  <a:extLst>
                    <a:ext uri="{FF2B5EF4-FFF2-40B4-BE49-F238E27FC236}">
                      <a16:creationId xmlns:a16="http://schemas.microsoft.com/office/drawing/2014/main" id="{9B41E38B-562D-EC19-CBDB-67F40F9953D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8289920" y="2940122"/>
                  <a:ext cx="442613" cy="397575"/>
                </a:xfrm>
                <a:prstGeom prst="rect">
                  <a:avLst/>
                </a:prstGeom>
              </p:spPr>
            </p:pic>
          </p:grpSp>
          <p:sp>
            <p:nvSpPr>
              <p:cNvPr id="138" name="矩形: 圆角 137">
                <a:extLst>
                  <a:ext uri="{FF2B5EF4-FFF2-40B4-BE49-F238E27FC236}">
                    <a16:creationId xmlns:a16="http://schemas.microsoft.com/office/drawing/2014/main" id="{5FD1E659-4394-C540-3293-15850ADE1776}"/>
                  </a:ext>
                </a:extLst>
              </p:cNvPr>
              <p:cNvSpPr/>
              <p:nvPr/>
            </p:nvSpPr>
            <p:spPr>
              <a:xfrm>
                <a:off x="14997052" y="7325403"/>
                <a:ext cx="1013220" cy="462756"/>
              </a:xfrm>
              <a:prstGeom prst="roundRect">
                <a:avLst>
                  <a:gd name="adj" fmla="val 50000"/>
                </a:avLst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schemeClr val="tx1"/>
                    </a:solidFill>
                  </a:rPr>
                  <a:t>Girl</a:t>
                </a:r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9" name="矩形: 圆角 138">
                <a:extLst>
                  <a:ext uri="{FF2B5EF4-FFF2-40B4-BE49-F238E27FC236}">
                    <a16:creationId xmlns:a16="http://schemas.microsoft.com/office/drawing/2014/main" id="{964574AF-C24A-B3EE-34D6-CCB1C9056075}"/>
                  </a:ext>
                </a:extLst>
              </p:cNvPr>
              <p:cNvSpPr/>
              <p:nvPr/>
            </p:nvSpPr>
            <p:spPr>
              <a:xfrm>
                <a:off x="14997052" y="8461272"/>
                <a:ext cx="1013220" cy="462756"/>
              </a:xfrm>
              <a:prstGeom prst="roundRect">
                <a:avLst>
                  <a:gd name="adj" fmla="val 50000"/>
                </a:avLst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schemeClr val="tx1"/>
                    </a:solidFill>
                  </a:rPr>
                  <a:t>Bench</a:t>
                </a:r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0" name="矩形: 圆角 139">
                <a:extLst>
                  <a:ext uri="{FF2B5EF4-FFF2-40B4-BE49-F238E27FC236}">
                    <a16:creationId xmlns:a16="http://schemas.microsoft.com/office/drawing/2014/main" id="{814686DF-810E-704A-1118-F72BD71A7956}"/>
                  </a:ext>
                </a:extLst>
              </p:cNvPr>
              <p:cNvSpPr/>
              <p:nvPr/>
            </p:nvSpPr>
            <p:spPr>
              <a:xfrm>
                <a:off x="16944852" y="7325403"/>
                <a:ext cx="1013220" cy="462756"/>
              </a:xfrm>
              <a:prstGeom prst="roundRect">
                <a:avLst>
                  <a:gd name="adj" fmla="val 50000"/>
                </a:avLst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schemeClr val="tx1"/>
                    </a:solidFill>
                  </a:rPr>
                  <a:t>Vampire</a:t>
                </a:r>
                <a:endParaRPr lang="zh-CN" altLang="en-US" sz="16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42" name="直接箭头连接符 141">
                <a:extLst>
                  <a:ext uri="{FF2B5EF4-FFF2-40B4-BE49-F238E27FC236}">
                    <a16:creationId xmlns:a16="http://schemas.microsoft.com/office/drawing/2014/main" id="{FF228AF5-201C-E495-F852-36847344B338}"/>
                  </a:ext>
                </a:extLst>
              </p:cNvPr>
              <p:cNvCxnSpPr>
                <a:cxnSpLocks/>
                <a:stCxn id="138" idx="2"/>
                <a:endCxn id="139" idx="0"/>
              </p:cNvCxnSpPr>
              <p:nvPr/>
            </p:nvCxnSpPr>
            <p:spPr>
              <a:xfrm>
                <a:off x="15503662" y="7788159"/>
                <a:ext cx="0" cy="673113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4" name="矩形 143">
                <a:extLst>
                  <a:ext uri="{FF2B5EF4-FFF2-40B4-BE49-F238E27FC236}">
                    <a16:creationId xmlns:a16="http://schemas.microsoft.com/office/drawing/2014/main" id="{03EE48AE-6CF1-DE3D-8C3B-587BDFE48536}"/>
                  </a:ext>
                </a:extLst>
              </p:cNvPr>
              <p:cNvSpPr/>
              <p:nvPr/>
            </p:nvSpPr>
            <p:spPr>
              <a:xfrm>
                <a:off x="15126356" y="7986820"/>
                <a:ext cx="850914" cy="179030"/>
              </a:xfrm>
              <a:prstGeom prst="rect">
                <a:avLst/>
              </a:prstGeom>
              <a:solidFill>
                <a:srgbClr val="E8CFE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dirty="0"/>
              </a:p>
            </p:txBody>
          </p:sp>
          <p:sp>
            <p:nvSpPr>
              <p:cNvPr id="143" name="矩形 142">
                <a:extLst>
                  <a:ext uri="{FF2B5EF4-FFF2-40B4-BE49-F238E27FC236}">
                    <a16:creationId xmlns:a16="http://schemas.microsoft.com/office/drawing/2014/main" id="{804E2611-55D4-4C1A-48EB-648F5807D849}"/>
                  </a:ext>
                </a:extLst>
              </p:cNvPr>
              <p:cNvSpPr/>
              <p:nvPr/>
            </p:nvSpPr>
            <p:spPr>
              <a:xfrm>
                <a:off x="14917272" y="7977659"/>
                <a:ext cx="1172779" cy="1925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sitting on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45" name="直接箭头连接符 144">
                <a:extLst>
                  <a:ext uri="{FF2B5EF4-FFF2-40B4-BE49-F238E27FC236}">
                    <a16:creationId xmlns:a16="http://schemas.microsoft.com/office/drawing/2014/main" id="{E535F8DD-62AA-787D-416F-0933DA0DED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010272" y="7558086"/>
                <a:ext cx="933972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7" name="矩形 146">
                <a:extLst>
                  <a:ext uri="{FF2B5EF4-FFF2-40B4-BE49-F238E27FC236}">
                    <a16:creationId xmlns:a16="http://schemas.microsoft.com/office/drawing/2014/main" id="{793EEAE0-5A96-B759-7580-8A49478AE5F6}"/>
                  </a:ext>
                </a:extLst>
              </p:cNvPr>
              <p:cNvSpPr/>
              <p:nvPr/>
            </p:nvSpPr>
            <p:spPr>
              <a:xfrm>
                <a:off x="16166228" y="7462342"/>
                <a:ext cx="587612" cy="201913"/>
              </a:xfrm>
              <a:prstGeom prst="rect">
                <a:avLst/>
              </a:prstGeom>
              <a:solidFill>
                <a:srgbClr val="E8CFE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dirty="0"/>
              </a:p>
            </p:txBody>
          </p:sp>
          <p:sp>
            <p:nvSpPr>
              <p:cNvPr id="146" name="矩形 145">
                <a:extLst>
                  <a:ext uri="{FF2B5EF4-FFF2-40B4-BE49-F238E27FC236}">
                    <a16:creationId xmlns:a16="http://schemas.microsoft.com/office/drawing/2014/main" id="{319B8B2F-BAE9-3222-C864-4621574E0B68}"/>
                  </a:ext>
                </a:extLst>
              </p:cNvPr>
              <p:cNvSpPr/>
              <p:nvPr/>
            </p:nvSpPr>
            <p:spPr>
              <a:xfrm>
                <a:off x="15881845" y="7447168"/>
                <a:ext cx="1172779" cy="1925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</a:rPr>
                  <a:t>together with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41FFB11F-7E40-66D5-1F3A-49868CD8B2B1}"/>
                </a:ext>
              </a:extLst>
            </p:cNvPr>
            <p:cNvCxnSpPr/>
            <p:nvPr/>
          </p:nvCxnSpPr>
          <p:spPr>
            <a:xfrm>
              <a:off x="17476673" y="9411341"/>
              <a:ext cx="0" cy="543717"/>
            </a:xfrm>
            <a:prstGeom prst="straightConnector1">
              <a:avLst/>
            </a:prstGeom>
            <a:ln w="57150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957AB98F-6DBB-FDEB-123C-CE225AA37334}"/>
                </a:ext>
              </a:extLst>
            </p:cNvPr>
            <p:cNvSpPr txBox="1"/>
            <p:nvPr/>
          </p:nvSpPr>
          <p:spPr>
            <a:xfrm>
              <a:off x="16297907" y="9427962"/>
              <a:ext cx="11358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b="1" dirty="0">
                  <a:solidFill>
                    <a:schemeClr val="accent6">
                      <a:lumMod val="50000"/>
                    </a:schemeClr>
                  </a:solidFill>
                </a:rPr>
                <a:t>contain</a:t>
              </a:r>
              <a:endParaRPr lang="zh-CN" altLang="en-US" sz="2400" b="1" dirty="0">
                <a:solidFill>
                  <a:schemeClr val="accent6">
                    <a:lumMod val="50000"/>
                  </a:schemeClr>
                </a:solidFill>
              </a:endParaRPr>
            </a:p>
          </p:txBody>
        </p:sp>
        <p:cxnSp>
          <p:nvCxnSpPr>
            <p:cNvPr id="79" name="直接箭头连接符 78">
              <a:extLst>
                <a:ext uri="{FF2B5EF4-FFF2-40B4-BE49-F238E27FC236}">
                  <a16:creationId xmlns:a16="http://schemas.microsoft.com/office/drawing/2014/main" id="{D434D918-82F6-B9A9-7618-80E8CAAC9DED}"/>
                </a:ext>
              </a:extLst>
            </p:cNvPr>
            <p:cNvCxnSpPr>
              <a:cxnSpLocks/>
              <a:stCxn id="93" idx="1"/>
              <a:endCxn id="89" idx="3"/>
            </p:cNvCxnSpPr>
            <p:nvPr/>
          </p:nvCxnSpPr>
          <p:spPr>
            <a:xfrm flipH="1" flipV="1">
              <a:off x="16981741" y="11115623"/>
              <a:ext cx="407098" cy="73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1" name="箭头: 右 110">
            <a:extLst>
              <a:ext uri="{FF2B5EF4-FFF2-40B4-BE49-F238E27FC236}">
                <a16:creationId xmlns:a16="http://schemas.microsoft.com/office/drawing/2014/main" id="{7EC615C1-E95B-45DD-05A5-FD9D0668FB30}"/>
              </a:ext>
            </a:extLst>
          </p:cNvPr>
          <p:cNvSpPr/>
          <p:nvPr/>
        </p:nvSpPr>
        <p:spPr>
          <a:xfrm rot="10800000">
            <a:off x="9796742" y="4198174"/>
            <a:ext cx="917976" cy="462756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" name="箭头: 右 112">
            <a:extLst>
              <a:ext uri="{FF2B5EF4-FFF2-40B4-BE49-F238E27FC236}">
                <a16:creationId xmlns:a16="http://schemas.microsoft.com/office/drawing/2014/main" id="{F616E954-8109-A744-1FEA-A127D4C02F03}"/>
              </a:ext>
            </a:extLst>
          </p:cNvPr>
          <p:cNvSpPr/>
          <p:nvPr/>
        </p:nvSpPr>
        <p:spPr>
          <a:xfrm rot="10800000">
            <a:off x="9790501" y="7279620"/>
            <a:ext cx="917976" cy="462756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9580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42CD2-51A3-88EC-96EA-48D1E6BF2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D752E424-A360-3F9C-355C-F71C6596E8B3}"/>
              </a:ext>
            </a:extLst>
          </p:cNvPr>
          <p:cNvSpPr/>
          <p:nvPr/>
        </p:nvSpPr>
        <p:spPr>
          <a:xfrm>
            <a:off x="10526794" y="1244600"/>
            <a:ext cx="8594202" cy="12187716"/>
          </a:xfrm>
          <a:prstGeom prst="roundRect">
            <a:avLst>
              <a:gd name="adj" fmla="val 5539"/>
            </a:avLst>
          </a:prstGeom>
          <a:solidFill>
            <a:schemeClr val="accent3">
              <a:lumMod val="20000"/>
              <a:lumOff val="80000"/>
              <a:alpha val="69093"/>
            </a:schemeClr>
          </a:solidFill>
          <a:ln w="2857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zh-CN" b="1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F43966E-AA02-9951-7F1E-BC4085437635}"/>
              </a:ext>
            </a:extLst>
          </p:cNvPr>
          <p:cNvSpPr txBox="1"/>
          <p:nvPr/>
        </p:nvSpPr>
        <p:spPr>
          <a:xfrm>
            <a:off x="10441038" y="13432315"/>
            <a:ext cx="87399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2800" b="1" dirty="0">
                <a:solidFill>
                  <a:srgbClr val="1F2329"/>
                </a:solidFill>
              </a:rPr>
              <a:t>Hierarchical </a:t>
            </a:r>
            <a:r>
              <a:rPr lang="en-US" altLang="zh-CN" sz="2800" b="1" dirty="0" err="1">
                <a:solidFill>
                  <a:srgbClr val="1F2329"/>
                </a:solidFill>
              </a:rPr>
              <a:t>Spatio</a:t>
            </a:r>
            <a:r>
              <a:rPr lang="en-US" altLang="zh-CN" sz="2800" b="1" dirty="0">
                <a:solidFill>
                  <a:srgbClr val="1F2329"/>
                </a:solidFill>
              </a:rPr>
              <a:t>-Temporal Scene Graph Representation</a:t>
            </a:r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578A962C-71FE-22FA-6DF3-FAEB6128BA64}"/>
              </a:ext>
            </a:extLst>
          </p:cNvPr>
          <p:cNvSpPr/>
          <p:nvPr/>
        </p:nvSpPr>
        <p:spPr>
          <a:xfrm>
            <a:off x="1268880" y="1089887"/>
            <a:ext cx="9172158" cy="1049333"/>
          </a:xfrm>
          <a:prstGeom prst="roundRect">
            <a:avLst>
              <a:gd name="adj" fmla="val 16466"/>
            </a:avLst>
          </a:prstGeom>
          <a:solidFill>
            <a:schemeClr val="accent4">
              <a:lumMod val="20000"/>
              <a:lumOff val="80000"/>
              <a:alpha val="65000"/>
            </a:schemeClr>
          </a:solidFill>
          <a:ln w="190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b="1" dirty="0">
                <a:solidFill>
                  <a:srgbClr val="002060"/>
                </a:solidFill>
              </a:rPr>
              <a:t>Question: </a:t>
            </a:r>
            <a:r>
              <a:rPr lang="en-US" altLang="zh-CN" sz="2000" b="1" dirty="0">
                <a:solidFill>
                  <a:srgbClr val="1F2329"/>
                </a:solidFill>
              </a:rPr>
              <a:t>What is the maximum number of </a:t>
            </a:r>
            <a:r>
              <a:rPr lang="en-US" altLang="zh-CN" sz="2000" b="1" dirty="0" err="1">
                <a:solidFill>
                  <a:srgbClr val="1F2329"/>
                </a:solidFill>
              </a:rPr>
              <a:t>Taiyaki</a:t>
            </a:r>
            <a:r>
              <a:rPr lang="en-US" altLang="zh-CN" sz="2000" b="1" dirty="0">
                <a:solidFill>
                  <a:srgbClr val="1F2329"/>
                </a:solidFill>
              </a:rPr>
              <a:t> can the machine cook at the same time?</a:t>
            </a:r>
          </a:p>
          <a:p>
            <a:r>
              <a:rPr lang="en-US" altLang="zh-CN" sz="2000" b="1" dirty="0">
                <a:solidFill>
                  <a:srgbClr val="1F2329"/>
                </a:solidFill>
              </a:rPr>
              <a:t>(A)  2.			(B)  3. 			(C)  4. 			(D)  6.</a:t>
            </a:r>
            <a:endParaRPr lang="zh-CN" altLang="en-US" sz="2000" b="1" dirty="0">
              <a:solidFill>
                <a:srgbClr val="1F2329"/>
              </a:solidFill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EC7353E5-6EC2-B5C7-590F-3B8D4FBF7024}"/>
              </a:ext>
            </a:extLst>
          </p:cNvPr>
          <p:cNvSpPr/>
          <p:nvPr/>
        </p:nvSpPr>
        <p:spPr>
          <a:xfrm>
            <a:off x="1879600" y="3251003"/>
            <a:ext cx="8532653" cy="3136814"/>
          </a:xfrm>
          <a:prstGeom prst="roundRect">
            <a:avLst>
              <a:gd name="adj" fmla="val 6133"/>
            </a:avLst>
          </a:prstGeom>
          <a:solidFill>
            <a:srgbClr val="DCE5F5"/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b="1" dirty="0">
                <a:solidFill>
                  <a:schemeClr val="accent4">
                    <a:lumMod val="75000"/>
                  </a:schemeClr>
                </a:solidFill>
              </a:rPr>
              <a:t>Global-Level Retrieval:</a:t>
            </a:r>
            <a:r>
              <a:rPr lang="zh-CN" altLang="en-US" sz="2000" b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endParaRPr lang="en-US" altLang="zh-CN" sz="2000" b="1" dirty="0">
              <a:solidFill>
                <a:schemeClr val="accent4">
                  <a:lumMod val="75000"/>
                </a:schemeClr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Matched Events: </a:t>
            </a:r>
          </a:p>
          <a:p>
            <a:pPr lvl="1"/>
            <a:r>
              <a:rPr lang="en-US" altLang="zh-CN" dirty="0">
                <a:solidFill>
                  <a:schemeClr val="tx1"/>
                </a:solidFill>
              </a:rPr>
              <a:t>evt_0038 [29:10-29:40]  score=2.6499, confidence=0.5736</a:t>
            </a:r>
          </a:p>
          <a:p>
            <a:pPr lvl="1"/>
            <a:r>
              <a:rPr lang="en-US" altLang="zh-CN" dirty="0">
                <a:solidFill>
                  <a:schemeClr val="tx1"/>
                </a:solidFill>
              </a:rPr>
              <a:t>batter, </a:t>
            </a:r>
            <a:r>
              <a:rPr lang="en-US" altLang="zh-CN" dirty="0" err="1">
                <a:solidFill>
                  <a:schemeClr val="tx1"/>
                </a:solidFill>
              </a:rPr>
              <a:t>waffle_iron</a:t>
            </a:r>
            <a:r>
              <a:rPr lang="en-US" altLang="zh-CN" dirty="0">
                <a:solidFill>
                  <a:schemeClr val="tx1"/>
                </a:solidFill>
              </a:rPr>
              <a:t>, machine; support: 1 segment(s)</a:t>
            </a:r>
          </a:p>
          <a:p>
            <a:pPr lvl="1"/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lang="en-US" altLang="zh-CN" dirty="0">
                <a:solidFill>
                  <a:schemeClr val="tx1"/>
                </a:solidFill>
              </a:rPr>
              <a:t>evt_0040 [30:00-30:30] score=2.6286</a:t>
            </a:r>
          </a:p>
          <a:p>
            <a:pPr lvl="1"/>
            <a:r>
              <a:rPr lang="en-US" altLang="zh-CN" dirty="0" err="1">
                <a:solidFill>
                  <a:schemeClr val="tx1"/>
                </a:solidFill>
              </a:rPr>
              <a:t>taiyaki_mold</a:t>
            </a:r>
            <a:r>
              <a:rPr lang="en-US" altLang="zh-CN" dirty="0">
                <a:solidFill>
                  <a:schemeClr val="tx1"/>
                </a:solidFill>
              </a:rPr>
              <a:t>, batter, </a:t>
            </a:r>
            <a:r>
              <a:rPr lang="en-US" altLang="zh-CN" dirty="0" err="1">
                <a:solidFill>
                  <a:schemeClr val="tx1"/>
                </a:solidFill>
              </a:rPr>
              <a:t>taiyaki</a:t>
            </a:r>
            <a:endParaRPr lang="en-US" altLang="zh-CN" dirty="0">
              <a:solidFill>
                <a:schemeClr val="tx1"/>
              </a:solidFill>
            </a:endParaRPr>
          </a:p>
          <a:p>
            <a:pPr lvl="1"/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lang="en-US" altLang="zh-CN" dirty="0">
                <a:solidFill>
                  <a:schemeClr val="tx1"/>
                </a:solidFill>
              </a:rPr>
              <a:t>evt_0041 [30:25-30:55] score=2.6386, confidence=0.7781</a:t>
            </a:r>
          </a:p>
          <a:p>
            <a:pPr lvl="1"/>
            <a:r>
              <a:rPr lang="en-US" altLang="zh-CN" dirty="0">
                <a:solidFill>
                  <a:schemeClr val="tx1"/>
                </a:solidFill>
              </a:rPr>
              <a:t>person, </a:t>
            </a:r>
            <a:r>
              <a:rPr lang="en-US" altLang="zh-CN" dirty="0" err="1">
                <a:solidFill>
                  <a:schemeClr val="tx1"/>
                </a:solidFill>
              </a:rPr>
              <a:t>taiyaki</a:t>
            </a:r>
            <a:r>
              <a:rPr lang="en-US" altLang="zh-CN" dirty="0">
                <a:solidFill>
                  <a:schemeClr val="tx1"/>
                </a:solidFill>
              </a:rPr>
              <a:t>, fish-shaped pastry; actions: holding</a:t>
            </a:r>
          </a:p>
          <a:p>
            <a:pPr lvl="1"/>
            <a:r>
              <a:rPr lang="en-US" altLang="zh-CN" dirty="0">
                <a:solidFill>
                  <a:schemeClr val="tx1"/>
                </a:solidFill>
              </a:rPr>
              <a:t>……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98BD7F52-A3B1-3FE0-16A6-70A810E0D74C}"/>
              </a:ext>
            </a:extLst>
          </p:cNvPr>
          <p:cNvSpPr/>
          <p:nvPr/>
        </p:nvSpPr>
        <p:spPr>
          <a:xfrm>
            <a:off x="1268880" y="2198838"/>
            <a:ext cx="9143374" cy="990222"/>
          </a:xfrm>
          <a:prstGeom prst="roundRect">
            <a:avLst/>
          </a:prstGeom>
          <a:solidFill>
            <a:srgbClr val="8EC7D8">
              <a:alpha val="65000"/>
            </a:srgbClr>
          </a:solidFill>
          <a:ln w="1905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b="1" dirty="0">
                <a:solidFill>
                  <a:srgbClr val="002060"/>
                </a:solidFill>
              </a:rPr>
              <a:t>Agent (Step 1): </a:t>
            </a:r>
          </a:p>
          <a:p>
            <a:r>
              <a:rPr lang="en-US" altLang="zh-CN" sz="2000" dirty="0">
                <a:solidFill>
                  <a:schemeClr val="tx1"/>
                </a:solidFill>
              </a:rPr>
              <a:t>Calling tool </a:t>
            </a:r>
            <a:r>
              <a:rPr lang="en-US" altLang="zh-CN" sz="2000" b="1" dirty="0">
                <a:solidFill>
                  <a:schemeClr val="accent4">
                    <a:lumMod val="75000"/>
                  </a:schemeClr>
                </a:solidFill>
              </a:rPr>
              <a:t>Global-Level Retrieval</a:t>
            </a:r>
            <a:r>
              <a:rPr lang="en-US" altLang="zh-CN" sz="2000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altLang="zh-CN" sz="2000" dirty="0">
                <a:solidFill>
                  <a:schemeClr val="tx1"/>
                </a:solidFill>
              </a:rPr>
              <a:t>with query: </a:t>
            </a:r>
          </a:p>
          <a:p>
            <a:r>
              <a:rPr lang="en-US" altLang="zh-CN" sz="2000" dirty="0">
                <a:solidFill>
                  <a:schemeClr val="tx1"/>
                </a:solidFill>
              </a:rPr>
              <a:t>"</a:t>
            </a:r>
            <a:r>
              <a:rPr lang="en-US" altLang="zh-CN" sz="2000" dirty="0" err="1">
                <a:solidFill>
                  <a:schemeClr val="tx1"/>
                </a:solidFill>
              </a:rPr>
              <a:t>Taiyaki</a:t>
            </a:r>
            <a:r>
              <a:rPr lang="en-US" altLang="zh-CN" sz="2000" dirty="0">
                <a:solidFill>
                  <a:schemeClr val="tx1"/>
                </a:solidFill>
              </a:rPr>
              <a:t> machine cook at the same time".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CC512F81-54E1-8411-1F71-3998848EC30E}"/>
              </a:ext>
            </a:extLst>
          </p:cNvPr>
          <p:cNvSpPr/>
          <p:nvPr/>
        </p:nvSpPr>
        <p:spPr>
          <a:xfrm>
            <a:off x="1268880" y="6460429"/>
            <a:ext cx="9143374" cy="990222"/>
          </a:xfrm>
          <a:prstGeom prst="roundRect">
            <a:avLst/>
          </a:prstGeom>
          <a:solidFill>
            <a:srgbClr val="8EC7D8">
              <a:alpha val="65000"/>
            </a:srgbClr>
          </a:solidFill>
          <a:ln w="1905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b="1" dirty="0">
                <a:solidFill>
                  <a:srgbClr val="002060"/>
                </a:solidFill>
              </a:rPr>
              <a:t>Agent (Step 2): </a:t>
            </a:r>
          </a:p>
          <a:p>
            <a:r>
              <a:rPr lang="en-US" altLang="zh-CN" sz="2000" dirty="0">
                <a:solidFill>
                  <a:schemeClr val="tx1"/>
                </a:solidFill>
              </a:rPr>
              <a:t>Calling tool </a:t>
            </a:r>
            <a:r>
              <a:rPr lang="en-US" altLang="zh-CN" sz="2000" b="1" dirty="0">
                <a:solidFill>
                  <a:schemeClr val="accent2">
                    <a:lumMod val="75000"/>
                  </a:schemeClr>
                </a:solidFill>
              </a:rPr>
              <a:t>Segment-Level Retrieval </a:t>
            </a:r>
            <a:r>
              <a:rPr lang="en-US" altLang="zh-CN" sz="2000" dirty="0">
                <a:solidFill>
                  <a:schemeClr val="tx1"/>
                </a:solidFill>
              </a:rPr>
              <a:t>with query:</a:t>
            </a:r>
          </a:p>
          <a:p>
            <a:r>
              <a:rPr lang="en-US" altLang="zh-CN" sz="2000" dirty="0">
                <a:solidFill>
                  <a:schemeClr val="tx1"/>
                </a:solidFill>
              </a:rPr>
              <a:t>"</a:t>
            </a:r>
            <a:r>
              <a:rPr lang="en-US" altLang="zh-CN" sz="2000" dirty="0" err="1">
                <a:solidFill>
                  <a:schemeClr val="tx1"/>
                </a:solidFill>
              </a:rPr>
              <a:t>taiyaki</a:t>
            </a:r>
            <a:r>
              <a:rPr lang="en-US" altLang="zh-CN" sz="2000" dirty="0">
                <a:solidFill>
                  <a:schemeClr val="tx1"/>
                </a:solidFill>
              </a:rPr>
              <a:t> machine number of </a:t>
            </a:r>
            <a:r>
              <a:rPr lang="en-US" altLang="zh-CN" sz="2000" dirty="0" err="1">
                <a:solidFill>
                  <a:schemeClr val="tx1"/>
                </a:solidFill>
              </a:rPr>
              <a:t>taiyaki</a:t>
            </a:r>
            <a:r>
              <a:rPr lang="en-US" altLang="zh-CN" sz="2000" dirty="0">
                <a:solidFill>
                  <a:schemeClr val="tx1"/>
                </a:solidFill>
              </a:rPr>
              <a:t> can cook at the same time".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62" name="矩形: 圆角 61">
            <a:extLst>
              <a:ext uri="{FF2B5EF4-FFF2-40B4-BE49-F238E27FC236}">
                <a16:creationId xmlns:a16="http://schemas.microsoft.com/office/drawing/2014/main" id="{CD4E9593-822B-2DCE-D4B1-43A22E64C437}"/>
              </a:ext>
            </a:extLst>
          </p:cNvPr>
          <p:cNvSpPr/>
          <p:nvPr/>
        </p:nvSpPr>
        <p:spPr>
          <a:xfrm>
            <a:off x="1879600" y="7503279"/>
            <a:ext cx="8532653" cy="3166871"/>
          </a:xfrm>
          <a:prstGeom prst="roundRect">
            <a:avLst>
              <a:gd name="adj" fmla="val 6133"/>
            </a:avLst>
          </a:prstGeom>
          <a:solidFill>
            <a:srgbClr val="DCE5F5">
              <a:alpha val="50000"/>
            </a:srgb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b="1" dirty="0">
                <a:solidFill>
                  <a:schemeClr val="accent2">
                    <a:lumMod val="75000"/>
                  </a:schemeClr>
                </a:solidFill>
              </a:rPr>
              <a:t>Segment-Level Retrieval :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Matched Segments:</a:t>
            </a:r>
          </a:p>
          <a:p>
            <a:pPr lvl="1"/>
            <a:r>
              <a:rPr lang="en-US" altLang="zh-CN" dirty="0">
                <a:solidFill>
                  <a:schemeClr val="tx1"/>
                </a:solidFill>
              </a:rPr>
              <a:t>seg_0073 [30:00-30:30] score=2.5423</a:t>
            </a:r>
          </a:p>
          <a:p>
            <a:pPr lvl="1"/>
            <a:r>
              <a:rPr lang="en-US" altLang="zh-CN" dirty="0">
                <a:solidFill>
                  <a:schemeClr val="tx1"/>
                </a:solidFill>
              </a:rPr>
              <a:t>entities: </a:t>
            </a:r>
            <a:r>
              <a:rPr lang="en-US" altLang="zh-CN" dirty="0" err="1">
                <a:solidFill>
                  <a:schemeClr val="tx1"/>
                </a:solidFill>
              </a:rPr>
              <a:t>taiyaki_mold</a:t>
            </a:r>
            <a:r>
              <a:rPr lang="en-US" altLang="zh-CN" dirty="0">
                <a:solidFill>
                  <a:schemeClr val="tx1"/>
                </a:solidFill>
              </a:rPr>
              <a:t>, batter, </a:t>
            </a:r>
            <a:r>
              <a:rPr lang="en-US" altLang="zh-CN" dirty="0" err="1">
                <a:solidFill>
                  <a:schemeClr val="tx1"/>
                </a:solidFill>
              </a:rPr>
              <a:t>taiyaki</a:t>
            </a:r>
            <a:r>
              <a:rPr lang="en-US" altLang="zh-CN" dirty="0">
                <a:solidFill>
                  <a:schemeClr val="tx1"/>
                </a:solidFill>
              </a:rPr>
              <a:t>, </a:t>
            </a:r>
            <a:r>
              <a:rPr lang="en-US" altLang="zh-CN" dirty="0" err="1">
                <a:solidFill>
                  <a:schemeClr val="tx1"/>
                </a:solidFill>
              </a:rPr>
              <a:t>taiyaki_maker</a:t>
            </a:r>
            <a:r>
              <a:rPr lang="en-US" altLang="zh-CN" dirty="0">
                <a:solidFill>
                  <a:schemeClr val="tx1"/>
                </a:solidFill>
              </a:rPr>
              <a:t>, </a:t>
            </a:r>
            <a:r>
              <a:rPr lang="en-US" altLang="zh-CN" dirty="0" err="1">
                <a:solidFill>
                  <a:schemeClr val="tx1"/>
                </a:solidFill>
              </a:rPr>
              <a:t>pouring_tool</a:t>
            </a:r>
            <a:r>
              <a:rPr lang="en-US" altLang="zh-CN" dirty="0">
                <a:solidFill>
                  <a:schemeClr val="tx1"/>
                </a:solidFill>
              </a:rPr>
              <a:t>; predicates: none</a:t>
            </a:r>
          </a:p>
          <a:p>
            <a:pPr lvl="1"/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lang="en-US" altLang="zh-CN" dirty="0">
                <a:solidFill>
                  <a:schemeClr val="tx1"/>
                </a:solidFill>
              </a:rPr>
              <a:t>seg_0071 [29:10-29:40] score=2.4755</a:t>
            </a:r>
          </a:p>
          <a:p>
            <a:pPr lvl="1"/>
            <a:r>
              <a:rPr lang="en-US" altLang="zh-CN" dirty="0">
                <a:solidFill>
                  <a:schemeClr val="tx1"/>
                </a:solidFill>
              </a:rPr>
              <a:t>entities: batter, </a:t>
            </a:r>
            <a:r>
              <a:rPr lang="en-US" altLang="zh-CN" dirty="0" err="1">
                <a:solidFill>
                  <a:schemeClr val="tx1"/>
                </a:solidFill>
              </a:rPr>
              <a:t>waffle_iron</a:t>
            </a:r>
            <a:r>
              <a:rPr lang="en-US" altLang="zh-CN" dirty="0">
                <a:solidFill>
                  <a:schemeClr val="tx1"/>
                </a:solidFill>
              </a:rPr>
              <a:t>, machine, person</a:t>
            </a:r>
          </a:p>
          <a:p>
            <a:pPr lvl="1"/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lang="en-US" altLang="zh-CN" dirty="0">
                <a:solidFill>
                  <a:schemeClr val="tx1"/>
                </a:solidFill>
              </a:rPr>
              <a:t>seg_0074 [30:25-30:55] score=2.5401</a:t>
            </a:r>
          </a:p>
          <a:p>
            <a:pPr lvl="1"/>
            <a:r>
              <a:rPr lang="en-US" altLang="zh-CN" dirty="0">
                <a:solidFill>
                  <a:schemeClr val="tx1"/>
                </a:solidFill>
              </a:rPr>
              <a:t>entities: person, </a:t>
            </a:r>
            <a:r>
              <a:rPr lang="en-US" altLang="zh-CN" dirty="0" err="1">
                <a:solidFill>
                  <a:schemeClr val="tx1"/>
                </a:solidFill>
              </a:rPr>
              <a:t>taiyaki</a:t>
            </a:r>
            <a:r>
              <a:rPr lang="en-US" altLang="zh-CN" dirty="0">
                <a:solidFill>
                  <a:schemeClr val="tx1"/>
                </a:solidFill>
              </a:rPr>
              <a:t>, fish-shaped pastry, </a:t>
            </a:r>
            <a:r>
              <a:rPr lang="en-US" altLang="zh-CN" dirty="0" err="1">
                <a:solidFill>
                  <a:schemeClr val="tx1"/>
                </a:solidFill>
              </a:rPr>
              <a:t>taiyaki_maker</a:t>
            </a:r>
            <a:r>
              <a:rPr lang="en-US" altLang="zh-CN" dirty="0">
                <a:solidFill>
                  <a:schemeClr val="tx1"/>
                </a:solidFill>
              </a:rPr>
              <a:t>; predicates: holding</a:t>
            </a:r>
          </a:p>
          <a:p>
            <a:pPr lvl="1"/>
            <a:r>
              <a:rPr lang="en-US" altLang="zh-CN" dirty="0">
                <a:solidFill>
                  <a:schemeClr val="tx1"/>
                </a:solidFill>
              </a:rPr>
              <a:t>……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9" name="矩形: 圆角 68">
            <a:extLst>
              <a:ext uri="{FF2B5EF4-FFF2-40B4-BE49-F238E27FC236}">
                <a16:creationId xmlns:a16="http://schemas.microsoft.com/office/drawing/2014/main" id="{35DBFF22-28BF-A0B6-EA7A-DDC05012357C}"/>
              </a:ext>
            </a:extLst>
          </p:cNvPr>
          <p:cNvSpPr/>
          <p:nvPr/>
        </p:nvSpPr>
        <p:spPr>
          <a:xfrm>
            <a:off x="1268880" y="10724867"/>
            <a:ext cx="9143374" cy="1085507"/>
          </a:xfrm>
          <a:prstGeom prst="roundRect">
            <a:avLst>
              <a:gd name="adj" fmla="val 11244"/>
            </a:avLst>
          </a:prstGeom>
          <a:solidFill>
            <a:srgbClr val="8EC7D8">
              <a:alpha val="65000"/>
            </a:srgbClr>
          </a:solidFill>
          <a:ln w="1905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b="1" dirty="0">
                <a:solidFill>
                  <a:srgbClr val="002060"/>
                </a:solidFill>
              </a:rPr>
              <a:t>Agent (Step 3): </a:t>
            </a:r>
          </a:p>
          <a:p>
            <a:r>
              <a:rPr lang="en-US" altLang="zh-CN" sz="2000" dirty="0">
                <a:solidFill>
                  <a:schemeClr val="tx1"/>
                </a:solidFill>
              </a:rPr>
              <a:t>Calling tool </a:t>
            </a:r>
            <a:r>
              <a:rPr lang="en-US" altLang="zh-CN" sz="2000" b="1" dirty="0">
                <a:solidFill>
                  <a:schemeClr val="accent5">
                    <a:lumMod val="50000"/>
                  </a:schemeClr>
                </a:solidFill>
              </a:rPr>
              <a:t>Frame Inspect </a:t>
            </a:r>
            <a:r>
              <a:rPr lang="en-US" altLang="zh-CN" sz="2000" dirty="0">
                <a:solidFill>
                  <a:schemeClr val="tx1"/>
                </a:solidFill>
              </a:rPr>
              <a:t>at ["00:30:00", "00:30:30"]:  </a:t>
            </a:r>
          </a:p>
          <a:p>
            <a:r>
              <a:rPr lang="en-US" altLang="zh-CN" sz="2000" dirty="0">
                <a:solidFill>
                  <a:schemeClr val="tx1"/>
                </a:solidFill>
              </a:rPr>
              <a:t>"How many </a:t>
            </a:r>
            <a:r>
              <a:rPr lang="en-US" altLang="zh-CN" sz="2000" dirty="0" err="1">
                <a:solidFill>
                  <a:schemeClr val="tx1"/>
                </a:solidFill>
              </a:rPr>
              <a:t>taiyaki</a:t>
            </a:r>
            <a:r>
              <a:rPr lang="en-US" altLang="zh-CN" sz="2000" dirty="0">
                <a:solidFill>
                  <a:schemeClr val="tx1"/>
                </a:solidFill>
              </a:rPr>
              <a:t> can the machine cook at the same time?".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70" name="矩形: 圆角 69">
            <a:extLst>
              <a:ext uri="{FF2B5EF4-FFF2-40B4-BE49-F238E27FC236}">
                <a16:creationId xmlns:a16="http://schemas.microsoft.com/office/drawing/2014/main" id="{E51DE5A9-6906-DF16-F54E-91E345F16194}"/>
              </a:ext>
            </a:extLst>
          </p:cNvPr>
          <p:cNvSpPr/>
          <p:nvPr/>
        </p:nvSpPr>
        <p:spPr>
          <a:xfrm>
            <a:off x="1879600" y="11870807"/>
            <a:ext cx="8532653" cy="1234657"/>
          </a:xfrm>
          <a:prstGeom prst="roundRect">
            <a:avLst>
              <a:gd name="adj" fmla="val 11913"/>
            </a:avLst>
          </a:prstGeom>
          <a:solidFill>
            <a:srgbClr val="DCE5F5"/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b="1" dirty="0">
                <a:solidFill>
                  <a:schemeClr val="accent5">
                    <a:lumMod val="50000"/>
                  </a:schemeClr>
                </a:solidFill>
              </a:rPr>
              <a:t>Frame Inspect: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Fine-grained Response: 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	The machine can cook 6 </a:t>
            </a:r>
            <a:r>
              <a:rPr lang="en-US" altLang="zh-CN" dirty="0" err="1">
                <a:solidFill>
                  <a:schemeClr val="tx1"/>
                </a:solidFill>
              </a:rPr>
              <a:t>taiyaki</a:t>
            </a:r>
            <a:r>
              <a:rPr lang="en-US" altLang="zh-CN" dirty="0">
                <a:solidFill>
                  <a:schemeClr val="tx1"/>
                </a:solidFill>
              </a:rPr>
              <a:t> at the same time.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	The video frames </a:t>
            </a:r>
            <a:r>
              <a:rPr lang="en-US" altLang="zh-CN" b="1" dirty="0">
                <a:solidFill>
                  <a:schemeClr val="tx1"/>
                </a:solidFill>
              </a:rPr>
              <a:t>show 6 fish shapes </a:t>
            </a:r>
            <a:r>
              <a:rPr lang="en-US" altLang="zh-CN" dirty="0">
                <a:solidFill>
                  <a:schemeClr val="tx1"/>
                </a:solidFill>
              </a:rPr>
              <a:t>cooking simultaneously.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71" name="矩形: 圆角 70">
            <a:extLst>
              <a:ext uri="{FF2B5EF4-FFF2-40B4-BE49-F238E27FC236}">
                <a16:creationId xmlns:a16="http://schemas.microsoft.com/office/drawing/2014/main" id="{D8F7BC12-2838-C2AF-D88B-48D55F99E4E8}"/>
              </a:ext>
            </a:extLst>
          </p:cNvPr>
          <p:cNvSpPr/>
          <p:nvPr/>
        </p:nvSpPr>
        <p:spPr>
          <a:xfrm>
            <a:off x="1268880" y="13171488"/>
            <a:ext cx="9143374" cy="711214"/>
          </a:xfrm>
          <a:prstGeom prst="roundRect">
            <a:avLst>
              <a:gd name="adj" fmla="val 22080"/>
            </a:avLst>
          </a:prstGeom>
          <a:solidFill>
            <a:srgbClr val="8EC7D8">
              <a:alpha val="65000"/>
            </a:srgbClr>
          </a:solidFill>
          <a:ln w="1905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b="1" dirty="0">
                <a:solidFill>
                  <a:srgbClr val="002060"/>
                </a:solidFill>
              </a:rPr>
              <a:t>Agent (Step 4): </a:t>
            </a:r>
          </a:p>
          <a:p>
            <a:r>
              <a:rPr lang="en-US" altLang="zh-CN" sz="2000" dirty="0">
                <a:solidFill>
                  <a:schemeClr val="tx1"/>
                </a:solidFill>
              </a:rPr>
              <a:t>Executing </a:t>
            </a:r>
            <a:r>
              <a:rPr lang="en-US" altLang="zh-CN" sz="2000" b="1" dirty="0">
                <a:solidFill>
                  <a:srgbClr val="C00000"/>
                </a:solidFill>
              </a:rPr>
              <a:t>Answer</a:t>
            </a:r>
            <a:r>
              <a:rPr lang="en-US" altLang="zh-CN" sz="2000" dirty="0">
                <a:solidFill>
                  <a:schemeClr val="tx1"/>
                </a:solidFill>
              </a:rPr>
              <a:t>: (D) 6.</a:t>
            </a:r>
            <a:r>
              <a:rPr lang="en-US" altLang="zh-CN" sz="2000" dirty="0"/>
              <a:t> 	</a:t>
            </a:r>
            <a:endParaRPr lang="zh-CN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00DCB011-4738-6E9C-E1F4-64769717FE8D}"/>
              </a:ext>
            </a:extLst>
          </p:cNvPr>
          <p:cNvSpPr txBox="1"/>
          <p:nvPr/>
        </p:nvSpPr>
        <p:spPr>
          <a:xfrm>
            <a:off x="3107625" y="588077"/>
            <a:ext cx="54658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b="1" dirty="0">
                <a:cs typeface="Times New Roman" panose="02020603050405020304" pitchFamily="18" charset="0"/>
              </a:rPr>
              <a:t>SGDAgent </a:t>
            </a:r>
            <a:r>
              <a:rPr lang="en-US" altLang="zh-CN" sz="2800" b="1" dirty="0">
                <a:cs typeface="Times New Roman" panose="02020603050405020304" pitchFamily="18" charset="0"/>
              </a:rPr>
              <a:t>Reasoning</a:t>
            </a:r>
            <a:r>
              <a:rPr lang="zh-CN" altLang="en-US" sz="2800" b="1" dirty="0"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cs typeface="Times New Roman" panose="02020603050405020304" pitchFamily="18" charset="0"/>
              </a:rPr>
              <a:t>Loop</a:t>
            </a:r>
            <a:endParaRPr lang="zh-CN" altLang="en-US" sz="2800" b="1" dirty="0">
              <a:cs typeface="Times New Roman" panose="02020603050405020304" pitchFamily="18" charset="0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CF70B5EE-F246-74D4-3639-F1F6010C3830}"/>
              </a:ext>
            </a:extLst>
          </p:cNvPr>
          <p:cNvSpPr txBox="1"/>
          <p:nvPr/>
        </p:nvSpPr>
        <p:spPr>
          <a:xfrm>
            <a:off x="18380763" y="11542616"/>
            <a:ext cx="8002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zh-CN" alt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7C5F3C16-1E4F-C4AE-340D-DE232BDDF27B}"/>
              </a:ext>
            </a:extLst>
          </p:cNvPr>
          <p:cNvCxnSpPr/>
          <p:nvPr/>
        </p:nvCxnSpPr>
        <p:spPr>
          <a:xfrm>
            <a:off x="12431269" y="10362255"/>
            <a:ext cx="0" cy="543717"/>
          </a:xfrm>
          <a:prstGeom prst="straightConnector1">
            <a:avLst/>
          </a:prstGeom>
          <a:ln w="571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78D90B79-5CF8-29F0-C704-19925888B3EE}"/>
              </a:ext>
            </a:extLst>
          </p:cNvPr>
          <p:cNvCxnSpPr>
            <a:cxnSpLocks/>
          </p:cNvCxnSpPr>
          <p:nvPr/>
        </p:nvCxnSpPr>
        <p:spPr>
          <a:xfrm>
            <a:off x="12431269" y="10601172"/>
            <a:ext cx="1898628" cy="0"/>
          </a:xfrm>
          <a:prstGeom prst="line">
            <a:avLst/>
          </a:prstGeom>
          <a:ln w="571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F040F22B-6252-FFEA-D154-779AEDDDF991}"/>
              </a:ext>
            </a:extLst>
          </p:cNvPr>
          <p:cNvCxnSpPr>
            <a:cxnSpLocks/>
          </p:cNvCxnSpPr>
          <p:nvPr/>
        </p:nvCxnSpPr>
        <p:spPr>
          <a:xfrm>
            <a:off x="14301147" y="10601172"/>
            <a:ext cx="0" cy="321642"/>
          </a:xfrm>
          <a:prstGeom prst="straightConnector1">
            <a:avLst/>
          </a:prstGeom>
          <a:ln w="571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21EB1FCC-A7A0-54F9-F508-7FC8F8114D94}"/>
              </a:ext>
            </a:extLst>
          </p:cNvPr>
          <p:cNvSpPr txBox="1"/>
          <p:nvPr/>
        </p:nvSpPr>
        <p:spPr>
          <a:xfrm>
            <a:off x="11218524" y="10373229"/>
            <a:ext cx="11358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chemeClr val="accent6">
                    <a:lumMod val="50000"/>
                  </a:schemeClr>
                </a:solidFill>
              </a:rPr>
              <a:t>contain</a:t>
            </a:r>
            <a:endParaRPr lang="zh-CN" altLang="en-US" sz="24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16EB5D3C-8BA1-ABAA-E21A-500F420A9023}"/>
              </a:ext>
            </a:extLst>
          </p:cNvPr>
          <p:cNvSpPr/>
          <p:nvPr/>
        </p:nvSpPr>
        <p:spPr>
          <a:xfrm>
            <a:off x="10604681" y="10909610"/>
            <a:ext cx="2425490" cy="2390761"/>
          </a:xfrm>
          <a:prstGeom prst="roundRect">
            <a:avLst/>
          </a:prstGeom>
          <a:solidFill>
            <a:srgbClr val="ADA5CE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A8F9FAA7-E71E-FBE7-4161-E207DC45D7A2}"/>
              </a:ext>
            </a:extLst>
          </p:cNvPr>
          <p:cNvSpPr txBox="1"/>
          <p:nvPr/>
        </p:nvSpPr>
        <p:spPr>
          <a:xfrm>
            <a:off x="10691489" y="11010802"/>
            <a:ext cx="12978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7030A0"/>
                </a:solidFill>
              </a:rPr>
              <a:t>Frame</a:t>
            </a:r>
            <a:endParaRPr lang="zh-CN" altLang="en-US" sz="1800" dirty="0">
              <a:solidFill>
                <a:srgbClr val="7030A0"/>
              </a:solidFill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A69B8807-C7D1-63BE-1E6B-BB704569EE58}"/>
              </a:ext>
            </a:extLst>
          </p:cNvPr>
          <p:cNvSpPr txBox="1"/>
          <p:nvPr/>
        </p:nvSpPr>
        <p:spPr>
          <a:xfrm>
            <a:off x="10688337" y="11391753"/>
            <a:ext cx="2432137" cy="37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fra</a:t>
            </a:r>
            <a:r>
              <a:rPr lang="en-US" altLang="zh-CN" sz="1800" dirty="0">
                <a:solidFill>
                  <a:schemeClr val="tx1"/>
                </a:solidFill>
              </a:rPr>
              <a:t>_0266 [29:10-29:15] </a:t>
            </a:r>
            <a:endParaRPr lang="zh-CN" altLang="en-US" dirty="0"/>
          </a:p>
        </p:txBody>
      </p:sp>
      <p:sp>
        <p:nvSpPr>
          <p:cNvPr id="75" name="矩形: 圆角 74">
            <a:extLst>
              <a:ext uri="{FF2B5EF4-FFF2-40B4-BE49-F238E27FC236}">
                <a16:creationId xmlns:a16="http://schemas.microsoft.com/office/drawing/2014/main" id="{3A24077D-6FDF-FB9E-A6AE-386B238BA2BA}"/>
              </a:ext>
            </a:extLst>
          </p:cNvPr>
          <p:cNvSpPr/>
          <p:nvPr/>
        </p:nvSpPr>
        <p:spPr>
          <a:xfrm>
            <a:off x="13279335" y="10909610"/>
            <a:ext cx="2425490" cy="2390761"/>
          </a:xfrm>
          <a:prstGeom prst="roundRect">
            <a:avLst/>
          </a:prstGeom>
          <a:solidFill>
            <a:srgbClr val="ADA5CE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08210B4C-2AE7-1844-FB20-1AD2ADCF013F}"/>
              </a:ext>
            </a:extLst>
          </p:cNvPr>
          <p:cNvSpPr txBox="1"/>
          <p:nvPr/>
        </p:nvSpPr>
        <p:spPr>
          <a:xfrm>
            <a:off x="13359827" y="11010802"/>
            <a:ext cx="12978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7030A0"/>
                </a:solidFill>
              </a:rPr>
              <a:t>Frame</a:t>
            </a:r>
            <a:endParaRPr lang="zh-CN" altLang="en-US" sz="1800" dirty="0">
              <a:solidFill>
                <a:srgbClr val="7030A0"/>
              </a:solidFill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B617FA91-26EF-0E1D-0D6D-F8E0E8081AE0}"/>
              </a:ext>
            </a:extLst>
          </p:cNvPr>
          <p:cNvSpPr txBox="1"/>
          <p:nvPr/>
        </p:nvSpPr>
        <p:spPr>
          <a:xfrm>
            <a:off x="13382853" y="11393495"/>
            <a:ext cx="2432137" cy="37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fra</a:t>
            </a:r>
            <a:r>
              <a:rPr lang="en-US" altLang="zh-CN" sz="1800" dirty="0">
                <a:solidFill>
                  <a:schemeClr val="tx1"/>
                </a:solidFill>
              </a:rPr>
              <a:t>_0268 </a:t>
            </a:r>
            <a:r>
              <a:rPr lang="en-US" altLang="zh-CN" dirty="0"/>
              <a:t>[29:20-29:25] </a:t>
            </a:r>
            <a:endParaRPr lang="zh-CN" altLang="en-US" dirty="0"/>
          </a:p>
        </p:txBody>
      </p:sp>
      <p:sp>
        <p:nvSpPr>
          <p:cNvPr id="81" name="矩形: 圆角 80">
            <a:extLst>
              <a:ext uri="{FF2B5EF4-FFF2-40B4-BE49-F238E27FC236}">
                <a16:creationId xmlns:a16="http://schemas.microsoft.com/office/drawing/2014/main" id="{BE51FFFF-17E4-DAA4-934D-0C246990A90E}"/>
              </a:ext>
            </a:extLst>
          </p:cNvPr>
          <p:cNvSpPr/>
          <p:nvPr/>
        </p:nvSpPr>
        <p:spPr>
          <a:xfrm>
            <a:off x="13410249" y="11830212"/>
            <a:ext cx="1013220" cy="462756"/>
          </a:xfrm>
          <a:prstGeom prst="roundRect">
            <a:avLst>
              <a:gd name="adj" fmla="val 50000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Person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83" name="矩形: 圆角 82">
            <a:extLst>
              <a:ext uri="{FF2B5EF4-FFF2-40B4-BE49-F238E27FC236}">
                <a16:creationId xmlns:a16="http://schemas.microsoft.com/office/drawing/2014/main" id="{43BCD8A3-6FF6-C3C4-F8AB-3EAE67EAF71C}"/>
              </a:ext>
            </a:extLst>
          </p:cNvPr>
          <p:cNvSpPr/>
          <p:nvPr/>
        </p:nvSpPr>
        <p:spPr>
          <a:xfrm>
            <a:off x="14495293" y="12073214"/>
            <a:ext cx="1054036" cy="462756"/>
          </a:xfrm>
          <a:prstGeom prst="roundRect">
            <a:avLst>
              <a:gd name="adj" fmla="val 50000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Machine</a:t>
            </a:r>
          </a:p>
        </p:txBody>
      </p:sp>
      <p:sp>
        <p:nvSpPr>
          <p:cNvPr id="76" name="矩形: 圆角 75">
            <a:extLst>
              <a:ext uri="{FF2B5EF4-FFF2-40B4-BE49-F238E27FC236}">
                <a16:creationId xmlns:a16="http://schemas.microsoft.com/office/drawing/2014/main" id="{BE1009D3-E6FF-FB76-5193-719DF5BABBCB}"/>
              </a:ext>
            </a:extLst>
          </p:cNvPr>
          <p:cNvSpPr/>
          <p:nvPr/>
        </p:nvSpPr>
        <p:spPr>
          <a:xfrm>
            <a:off x="15973852" y="10909610"/>
            <a:ext cx="2425490" cy="2390761"/>
          </a:xfrm>
          <a:prstGeom prst="roundRect">
            <a:avLst/>
          </a:prstGeom>
          <a:solidFill>
            <a:srgbClr val="ADA5CE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6CC03C2F-3D4D-81B9-03EC-25F31C737CE5}"/>
              </a:ext>
            </a:extLst>
          </p:cNvPr>
          <p:cNvSpPr txBox="1"/>
          <p:nvPr/>
        </p:nvSpPr>
        <p:spPr>
          <a:xfrm>
            <a:off x="16087561" y="11010803"/>
            <a:ext cx="12978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rgbClr val="7030A0"/>
                </a:solidFill>
              </a:rPr>
              <a:t>Frame</a:t>
            </a:r>
            <a:endParaRPr lang="zh-CN" altLang="en-US" sz="1800" dirty="0">
              <a:solidFill>
                <a:srgbClr val="7030A0"/>
              </a:solidFill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F02405FC-1621-6A62-8AEA-E9C3E13EBBFC}"/>
              </a:ext>
            </a:extLst>
          </p:cNvPr>
          <p:cNvSpPr txBox="1"/>
          <p:nvPr/>
        </p:nvSpPr>
        <p:spPr>
          <a:xfrm>
            <a:off x="16077315" y="11375096"/>
            <a:ext cx="24112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fra</a:t>
            </a:r>
            <a:r>
              <a:rPr lang="en-US" altLang="zh-CN" dirty="0">
                <a:solidFill>
                  <a:schemeClr val="tx1"/>
                </a:solidFill>
              </a:rPr>
              <a:t>_0286 [30:25–30:30] </a:t>
            </a:r>
            <a:endParaRPr lang="zh-CN" altLang="en-US" dirty="0"/>
          </a:p>
        </p:txBody>
      </p:sp>
      <p:grpSp>
        <p:nvGrpSpPr>
          <p:cNvPr id="348" name="组合 347">
            <a:extLst>
              <a:ext uri="{FF2B5EF4-FFF2-40B4-BE49-F238E27FC236}">
                <a16:creationId xmlns:a16="http://schemas.microsoft.com/office/drawing/2014/main" id="{6254A490-B13A-B73B-08DC-E6BB90D59DB3}"/>
              </a:ext>
            </a:extLst>
          </p:cNvPr>
          <p:cNvGrpSpPr/>
          <p:nvPr/>
        </p:nvGrpSpPr>
        <p:grpSpPr>
          <a:xfrm>
            <a:off x="11582198" y="1396426"/>
            <a:ext cx="6016427" cy="2193879"/>
            <a:chOff x="10916718" y="1325306"/>
            <a:chExt cx="6016427" cy="2193879"/>
          </a:xfrm>
        </p:grpSpPr>
        <p:sp>
          <p:nvSpPr>
            <p:cNvPr id="109" name="矩形 108">
              <a:extLst>
                <a:ext uri="{FF2B5EF4-FFF2-40B4-BE49-F238E27FC236}">
                  <a16:creationId xmlns:a16="http://schemas.microsoft.com/office/drawing/2014/main" id="{DEEFD53C-5490-12D4-1F8B-08A15D513E53}"/>
                </a:ext>
              </a:extLst>
            </p:cNvPr>
            <p:cNvSpPr/>
            <p:nvPr/>
          </p:nvSpPr>
          <p:spPr>
            <a:xfrm>
              <a:off x="10916719" y="1325306"/>
              <a:ext cx="5831847" cy="2193879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9402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2" name="文本框 111">
              <a:extLst>
                <a:ext uri="{FF2B5EF4-FFF2-40B4-BE49-F238E27FC236}">
                  <a16:creationId xmlns:a16="http://schemas.microsoft.com/office/drawing/2014/main" id="{A7CC557F-CE59-6DF9-F0F4-911A76C51D46}"/>
                </a:ext>
              </a:extLst>
            </p:cNvPr>
            <p:cNvSpPr txBox="1"/>
            <p:nvPr/>
          </p:nvSpPr>
          <p:spPr>
            <a:xfrm>
              <a:off x="10992682" y="1385686"/>
              <a:ext cx="300787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US" altLang="zh-CN" sz="2400" b="1" dirty="0">
                  <a:solidFill>
                    <a:srgbClr val="1F2329"/>
                  </a:solidFill>
                  <a:effectLst/>
                </a:rPr>
                <a:t>Video Entity Registry</a:t>
              </a:r>
            </a:p>
          </p:txBody>
        </p:sp>
        <p:cxnSp>
          <p:nvCxnSpPr>
            <p:cNvPr id="114" name="直接连接符 113">
              <a:extLst>
                <a:ext uri="{FF2B5EF4-FFF2-40B4-BE49-F238E27FC236}">
                  <a16:creationId xmlns:a16="http://schemas.microsoft.com/office/drawing/2014/main" id="{F239A5BA-DE7B-8A8D-059B-1525D63B74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916718" y="1847351"/>
              <a:ext cx="5831848" cy="12192"/>
            </a:xfrm>
            <a:prstGeom prst="line">
              <a:avLst/>
            </a:prstGeom>
            <a:ln w="127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文本框 115">
              <a:extLst>
                <a:ext uri="{FF2B5EF4-FFF2-40B4-BE49-F238E27FC236}">
                  <a16:creationId xmlns:a16="http://schemas.microsoft.com/office/drawing/2014/main" id="{3E673022-777A-3A11-5B7A-6BF036C70C1C}"/>
                </a:ext>
              </a:extLst>
            </p:cNvPr>
            <p:cNvSpPr txBox="1"/>
            <p:nvPr/>
          </p:nvSpPr>
          <p:spPr>
            <a:xfrm>
              <a:off x="10992682" y="1942140"/>
              <a:ext cx="5940463" cy="15036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dirty="0"/>
                <a:t>1. Waffle-iron			2. Batter			3. Machine	</a:t>
              </a:r>
            </a:p>
            <a:p>
              <a:pPr>
                <a:lnSpc>
                  <a:spcPct val="130000"/>
                </a:lnSpc>
              </a:pPr>
              <a:r>
                <a:rPr lang="en-US" altLang="zh-CN" dirty="0"/>
                <a:t>4. </a:t>
              </a:r>
              <a:r>
                <a:rPr lang="en-US" altLang="zh-CN" dirty="0" err="1"/>
                <a:t>Taiyaki</a:t>
              </a:r>
              <a:r>
                <a:rPr lang="en-US" altLang="zh-CN" dirty="0"/>
                <a:t>-mold		5. </a:t>
              </a:r>
              <a:r>
                <a:rPr lang="en-US" altLang="zh-CN" dirty="0" err="1"/>
                <a:t>Taiyaki</a:t>
              </a:r>
              <a:r>
                <a:rPr lang="en-US" altLang="zh-CN" dirty="0"/>
                <a:t>			6. Person</a:t>
              </a:r>
            </a:p>
            <a:p>
              <a:pPr>
                <a:lnSpc>
                  <a:spcPct val="130000"/>
                </a:lnSpc>
              </a:pPr>
              <a:r>
                <a:rPr lang="en-US" altLang="zh-CN" dirty="0"/>
                <a:t>7. Fish-shaped Pastry	8. </a:t>
              </a:r>
              <a:r>
                <a:rPr lang="en-US" altLang="zh-CN" dirty="0" err="1"/>
                <a:t>Taiyaki</a:t>
              </a:r>
              <a:r>
                <a:rPr lang="en-US" altLang="zh-CN" dirty="0"/>
                <a:t>-maker	9. </a:t>
              </a:r>
              <a:r>
                <a:rPr lang="en-US" altLang="zh-CN" dirty="0" err="1"/>
                <a:t>pouring_tool</a:t>
              </a:r>
              <a:endParaRPr lang="en-US" altLang="zh-CN" dirty="0"/>
            </a:p>
            <a:p>
              <a:pPr>
                <a:lnSpc>
                  <a:spcPct val="130000"/>
                </a:lnSpc>
              </a:pPr>
              <a:r>
                <a:rPr lang="en-US" altLang="zh-CN" dirty="0"/>
                <a:t>10. ……</a:t>
              </a:r>
              <a:endParaRPr lang="zh-CN" altLang="en-US" dirty="0"/>
            </a:p>
          </p:txBody>
        </p:sp>
        <p:pic>
          <p:nvPicPr>
            <p:cNvPr id="120" name="图片 119">
              <a:extLst>
                <a:ext uri="{FF2B5EF4-FFF2-40B4-BE49-F238E27FC236}">
                  <a16:creationId xmlns:a16="http://schemas.microsoft.com/office/drawing/2014/main" id="{6C0255C0-D654-2D7F-FB9B-918AC2C68F6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047095" y="1393252"/>
              <a:ext cx="442613" cy="397575"/>
            </a:xfrm>
            <a:prstGeom prst="rect">
              <a:avLst/>
            </a:prstGeom>
          </p:spPr>
        </p:pic>
      </p:grpSp>
      <p:sp>
        <p:nvSpPr>
          <p:cNvPr id="31" name="文本框 20">
            <a:extLst>
              <a:ext uri="{FF2B5EF4-FFF2-40B4-BE49-F238E27FC236}">
                <a16:creationId xmlns:a16="http://schemas.microsoft.com/office/drawing/2014/main" id="{4DFBDB82-AAEB-FA96-B060-7746B30DE661}"/>
              </a:ext>
            </a:extLst>
          </p:cNvPr>
          <p:cNvSpPr txBox="1"/>
          <p:nvPr/>
        </p:nvSpPr>
        <p:spPr>
          <a:xfrm>
            <a:off x="6156822" y="15532620"/>
            <a:ext cx="87399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altLang="zh-CN" sz="2800" b="1" dirty="0">
                <a:solidFill>
                  <a:srgbClr val="1F2329"/>
                </a:solidFill>
              </a:rPr>
              <a:t>Long Video Input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559F7A7E-47F6-6691-41E8-CD981AC6B9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1068" y="13048349"/>
            <a:ext cx="890124" cy="890124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59771102-D409-6CAD-7B58-76B6C554C94B}"/>
              </a:ext>
            </a:extLst>
          </p:cNvPr>
          <p:cNvSpPr txBox="1"/>
          <p:nvPr/>
        </p:nvSpPr>
        <p:spPr>
          <a:xfrm>
            <a:off x="18380763" y="8601332"/>
            <a:ext cx="8002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zh-CN" alt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75FB5301-DA9F-DC8C-CBDF-1CBB1013402F}"/>
              </a:ext>
            </a:extLst>
          </p:cNvPr>
          <p:cNvSpPr/>
          <p:nvPr/>
        </p:nvSpPr>
        <p:spPr>
          <a:xfrm>
            <a:off x="10604681" y="7317740"/>
            <a:ext cx="2425490" cy="3041347"/>
          </a:xfrm>
          <a:prstGeom prst="roundRect">
            <a:avLst/>
          </a:prstGeom>
          <a:solidFill>
            <a:srgbClr val="E8CFE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A8A8AE88-C9BD-FD62-1668-DEFED910820B}"/>
              </a:ext>
            </a:extLst>
          </p:cNvPr>
          <p:cNvSpPr txBox="1"/>
          <p:nvPr/>
        </p:nvSpPr>
        <p:spPr>
          <a:xfrm>
            <a:off x="10679914" y="7406288"/>
            <a:ext cx="12978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accent2">
                    <a:lumMod val="75000"/>
                  </a:schemeClr>
                </a:solidFill>
              </a:rPr>
              <a:t>Segment</a:t>
            </a:r>
            <a:endParaRPr lang="zh-CN" altLang="en-US" sz="1800" dirty="0">
              <a:solidFill>
                <a:srgbClr val="7030A0"/>
              </a:solidFill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CACB551A-B6D9-0DF5-431F-6FBA9D18F53A}"/>
              </a:ext>
            </a:extLst>
          </p:cNvPr>
          <p:cNvSpPr txBox="1"/>
          <p:nvPr/>
        </p:nvSpPr>
        <p:spPr>
          <a:xfrm>
            <a:off x="10676762" y="7787239"/>
            <a:ext cx="2432137" cy="37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seg_0071 [29:10-29:40] </a:t>
            </a:r>
            <a:endParaRPr lang="zh-CN" altLang="en-US" dirty="0"/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0F4C7A33-89C9-0801-F6EC-2297535431FE}"/>
              </a:ext>
            </a:extLst>
          </p:cNvPr>
          <p:cNvSpPr/>
          <p:nvPr/>
        </p:nvSpPr>
        <p:spPr>
          <a:xfrm>
            <a:off x="10842001" y="8463899"/>
            <a:ext cx="901174" cy="462756"/>
          </a:xfrm>
          <a:prstGeom prst="roundRect">
            <a:avLst>
              <a:gd name="adj" fmla="val 50000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Person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CFEDFC46-8D24-9EBE-AD20-AC630FF97FBA}"/>
              </a:ext>
            </a:extLst>
          </p:cNvPr>
          <p:cNvSpPr/>
          <p:nvPr/>
        </p:nvSpPr>
        <p:spPr>
          <a:xfrm>
            <a:off x="10779943" y="9504433"/>
            <a:ext cx="1037483" cy="462756"/>
          </a:xfrm>
          <a:prstGeom prst="roundRect">
            <a:avLst>
              <a:gd name="adj" fmla="val 50000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Machine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65" name="矩形: 圆角 64">
            <a:extLst>
              <a:ext uri="{FF2B5EF4-FFF2-40B4-BE49-F238E27FC236}">
                <a16:creationId xmlns:a16="http://schemas.microsoft.com/office/drawing/2014/main" id="{69386018-AFA1-10C2-9995-A90BF8F4CB0C}"/>
              </a:ext>
            </a:extLst>
          </p:cNvPr>
          <p:cNvSpPr/>
          <p:nvPr/>
        </p:nvSpPr>
        <p:spPr>
          <a:xfrm>
            <a:off x="13279335" y="7317740"/>
            <a:ext cx="2425490" cy="3041347"/>
          </a:xfrm>
          <a:prstGeom prst="roundRect">
            <a:avLst/>
          </a:prstGeom>
          <a:solidFill>
            <a:srgbClr val="E8CFE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C521EAEA-D48C-F429-CB6A-1F8F2A318E89}"/>
              </a:ext>
            </a:extLst>
          </p:cNvPr>
          <p:cNvSpPr txBox="1"/>
          <p:nvPr/>
        </p:nvSpPr>
        <p:spPr>
          <a:xfrm>
            <a:off x="13348252" y="7406288"/>
            <a:ext cx="12978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accent2">
                    <a:lumMod val="75000"/>
                  </a:schemeClr>
                </a:solidFill>
              </a:rPr>
              <a:t>Segment</a:t>
            </a:r>
            <a:endParaRPr lang="zh-CN" altLang="en-US" sz="1800" dirty="0">
              <a:solidFill>
                <a:srgbClr val="7030A0"/>
              </a:solidFill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B2607C35-97F2-5176-8D20-61777B571507}"/>
              </a:ext>
            </a:extLst>
          </p:cNvPr>
          <p:cNvSpPr txBox="1"/>
          <p:nvPr/>
        </p:nvSpPr>
        <p:spPr>
          <a:xfrm>
            <a:off x="13371278" y="7788981"/>
            <a:ext cx="2432137" cy="37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seg_0073 [30:00-30:30] </a:t>
            </a:r>
            <a:endParaRPr lang="zh-CN" altLang="en-US" dirty="0"/>
          </a:p>
        </p:txBody>
      </p:sp>
      <p:sp>
        <p:nvSpPr>
          <p:cNvPr id="97" name="矩形: 圆角 96">
            <a:extLst>
              <a:ext uri="{FF2B5EF4-FFF2-40B4-BE49-F238E27FC236}">
                <a16:creationId xmlns:a16="http://schemas.microsoft.com/office/drawing/2014/main" id="{ADDC5049-4663-D8A1-A539-90D441346462}"/>
              </a:ext>
            </a:extLst>
          </p:cNvPr>
          <p:cNvSpPr/>
          <p:nvPr/>
        </p:nvSpPr>
        <p:spPr>
          <a:xfrm>
            <a:off x="14600084" y="9627431"/>
            <a:ext cx="1013220" cy="462756"/>
          </a:xfrm>
          <a:prstGeom prst="roundRect">
            <a:avLst>
              <a:gd name="adj" fmla="val 50000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err="1">
                <a:solidFill>
                  <a:schemeClr val="tx1"/>
                </a:solidFill>
              </a:rPr>
              <a:t>Taiyaki</a:t>
            </a:r>
            <a:endParaRPr lang="en-US" altLang="zh-CN" sz="1600" dirty="0">
              <a:solidFill>
                <a:schemeClr val="tx1"/>
              </a:solidFill>
            </a:endParaRPr>
          </a:p>
        </p:txBody>
      </p:sp>
      <p:sp>
        <p:nvSpPr>
          <p:cNvPr id="111" name="矩形: 圆角 110">
            <a:extLst>
              <a:ext uri="{FF2B5EF4-FFF2-40B4-BE49-F238E27FC236}">
                <a16:creationId xmlns:a16="http://schemas.microsoft.com/office/drawing/2014/main" id="{729307C6-C742-287C-E202-4EB8E0AD9A61}"/>
              </a:ext>
            </a:extLst>
          </p:cNvPr>
          <p:cNvSpPr/>
          <p:nvPr/>
        </p:nvSpPr>
        <p:spPr>
          <a:xfrm>
            <a:off x="15973852" y="7317740"/>
            <a:ext cx="2425490" cy="3041347"/>
          </a:xfrm>
          <a:prstGeom prst="roundRect">
            <a:avLst/>
          </a:prstGeom>
          <a:solidFill>
            <a:srgbClr val="E8CFE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EF9C8C76-9BC4-973F-58C8-9EA57023ECEB}"/>
              </a:ext>
            </a:extLst>
          </p:cNvPr>
          <p:cNvSpPr txBox="1"/>
          <p:nvPr/>
        </p:nvSpPr>
        <p:spPr>
          <a:xfrm>
            <a:off x="16087561" y="7411659"/>
            <a:ext cx="12978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accent2">
                    <a:lumMod val="75000"/>
                  </a:schemeClr>
                </a:solidFill>
              </a:rPr>
              <a:t>Segment</a:t>
            </a:r>
            <a:endParaRPr lang="zh-CN" altLang="en-US" sz="1800" dirty="0">
              <a:solidFill>
                <a:srgbClr val="7030A0"/>
              </a:solidFill>
            </a:endParaRPr>
          </a:p>
        </p:txBody>
      </p:sp>
      <p:sp>
        <p:nvSpPr>
          <p:cNvPr id="117" name="文本框 116">
            <a:extLst>
              <a:ext uri="{FF2B5EF4-FFF2-40B4-BE49-F238E27FC236}">
                <a16:creationId xmlns:a16="http://schemas.microsoft.com/office/drawing/2014/main" id="{F7E48147-876D-7AE3-00CD-C56A5CE86076}"/>
              </a:ext>
            </a:extLst>
          </p:cNvPr>
          <p:cNvSpPr txBox="1"/>
          <p:nvPr/>
        </p:nvSpPr>
        <p:spPr>
          <a:xfrm>
            <a:off x="16077315" y="7775952"/>
            <a:ext cx="24112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seg_0074 [30:25-30:55] </a:t>
            </a:r>
            <a:endParaRPr lang="zh-CN" altLang="en-US" dirty="0"/>
          </a:p>
        </p:txBody>
      </p:sp>
      <p:sp>
        <p:nvSpPr>
          <p:cNvPr id="118" name="矩形: 圆角 117">
            <a:extLst>
              <a:ext uri="{FF2B5EF4-FFF2-40B4-BE49-F238E27FC236}">
                <a16:creationId xmlns:a16="http://schemas.microsoft.com/office/drawing/2014/main" id="{5EB8C9BC-E096-9725-3DCB-394FAA14E17C}"/>
              </a:ext>
            </a:extLst>
          </p:cNvPr>
          <p:cNvSpPr/>
          <p:nvPr/>
        </p:nvSpPr>
        <p:spPr>
          <a:xfrm>
            <a:off x="16402055" y="8877189"/>
            <a:ext cx="887033" cy="462756"/>
          </a:xfrm>
          <a:prstGeom prst="roundRect">
            <a:avLst>
              <a:gd name="adj" fmla="val 50000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Person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133" name="矩形: 圆角 132">
            <a:extLst>
              <a:ext uri="{FF2B5EF4-FFF2-40B4-BE49-F238E27FC236}">
                <a16:creationId xmlns:a16="http://schemas.microsoft.com/office/drawing/2014/main" id="{0C50F08D-78B8-35BB-8A5A-669593056A28}"/>
              </a:ext>
            </a:extLst>
          </p:cNvPr>
          <p:cNvSpPr/>
          <p:nvPr/>
        </p:nvSpPr>
        <p:spPr>
          <a:xfrm>
            <a:off x="16159892" y="9755437"/>
            <a:ext cx="1390491" cy="462756"/>
          </a:xfrm>
          <a:prstGeom prst="roundRect">
            <a:avLst>
              <a:gd name="adj" fmla="val 50000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Fish-shaped Pastry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cxnSp>
        <p:nvCxnSpPr>
          <p:cNvPr id="134" name="直接箭头连接符 133">
            <a:extLst>
              <a:ext uri="{FF2B5EF4-FFF2-40B4-BE49-F238E27FC236}">
                <a16:creationId xmlns:a16="http://schemas.microsoft.com/office/drawing/2014/main" id="{82A87D79-2A89-DA95-970F-258C5932BA9E}"/>
              </a:ext>
            </a:extLst>
          </p:cNvPr>
          <p:cNvCxnSpPr>
            <a:cxnSpLocks/>
            <a:stCxn id="118" idx="2"/>
            <a:endCxn id="133" idx="0"/>
          </p:cNvCxnSpPr>
          <p:nvPr/>
        </p:nvCxnSpPr>
        <p:spPr>
          <a:xfrm>
            <a:off x="16845572" y="9339945"/>
            <a:ext cx="9566" cy="41549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矩形 134">
            <a:extLst>
              <a:ext uri="{FF2B5EF4-FFF2-40B4-BE49-F238E27FC236}">
                <a16:creationId xmlns:a16="http://schemas.microsoft.com/office/drawing/2014/main" id="{499CBE8F-F49A-C3ED-A23A-2ECBC65D6727}"/>
              </a:ext>
            </a:extLst>
          </p:cNvPr>
          <p:cNvSpPr/>
          <p:nvPr/>
        </p:nvSpPr>
        <p:spPr>
          <a:xfrm>
            <a:off x="16389449" y="9414117"/>
            <a:ext cx="917666" cy="180632"/>
          </a:xfrm>
          <a:prstGeom prst="rect">
            <a:avLst/>
          </a:prstGeom>
          <a:solidFill>
            <a:srgbClr val="E8CFE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" bIns="10800"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holding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285" name="矩形: 圆角 284">
            <a:extLst>
              <a:ext uri="{FF2B5EF4-FFF2-40B4-BE49-F238E27FC236}">
                <a16:creationId xmlns:a16="http://schemas.microsoft.com/office/drawing/2014/main" id="{0A32E66B-BFD6-08B3-666C-4B1C553D1772}"/>
              </a:ext>
            </a:extLst>
          </p:cNvPr>
          <p:cNvSpPr/>
          <p:nvPr/>
        </p:nvSpPr>
        <p:spPr>
          <a:xfrm>
            <a:off x="17416415" y="8877166"/>
            <a:ext cx="887033" cy="462756"/>
          </a:xfrm>
          <a:prstGeom prst="roundRect">
            <a:avLst>
              <a:gd name="adj" fmla="val 50000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err="1">
                <a:solidFill>
                  <a:schemeClr val="tx1"/>
                </a:solidFill>
              </a:rPr>
              <a:t>Taiyaki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286" name="矩形: 圆角 285">
            <a:extLst>
              <a:ext uri="{FF2B5EF4-FFF2-40B4-BE49-F238E27FC236}">
                <a16:creationId xmlns:a16="http://schemas.microsoft.com/office/drawing/2014/main" id="{402FC1BB-A7EF-0184-60B6-4E14D4199974}"/>
              </a:ext>
            </a:extLst>
          </p:cNvPr>
          <p:cNvSpPr/>
          <p:nvPr/>
        </p:nvSpPr>
        <p:spPr>
          <a:xfrm>
            <a:off x="16389449" y="8207728"/>
            <a:ext cx="1574460" cy="462756"/>
          </a:xfrm>
          <a:prstGeom prst="roundRect">
            <a:avLst>
              <a:gd name="adj" fmla="val 50000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err="1">
                <a:solidFill>
                  <a:schemeClr val="tx1"/>
                </a:solidFill>
              </a:rPr>
              <a:t>Taiyaki</a:t>
            </a:r>
            <a:r>
              <a:rPr lang="en-US" altLang="zh-CN" sz="1600" dirty="0">
                <a:solidFill>
                  <a:schemeClr val="tx1"/>
                </a:solidFill>
              </a:rPr>
              <a:t>-maker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cxnSp>
        <p:nvCxnSpPr>
          <p:cNvPr id="287" name="直接箭头连接符 286">
            <a:extLst>
              <a:ext uri="{FF2B5EF4-FFF2-40B4-BE49-F238E27FC236}">
                <a16:creationId xmlns:a16="http://schemas.microsoft.com/office/drawing/2014/main" id="{A3AD6926-EAD2-BFDC-EE33-B1D937E7B931}"/>
              </a:ext>
            </a:extLst>
          </p:cNvPr>
          <p:cNvCxnSpPr>
            <a:cxnSpLocks/>
            <a:stCxn id="42" idx="2"/>
            <a:endCxn id="47" idx="0"/>
          </p:cNvCxnSpPr>
          <p:nvPr/>
        </p:nvCxnSpPr>
        <p:spPr>
          <a:xfrm>
            <a:off x="11292588" y="8926655"/>
            <a:ext cx="6097" cy="57777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2" name="矩形 291">
            <a:extLst>
              <a:ext uri="{FF2B5EF4-FFF2-40B4-BE49-F238E27FC236}">
                <a16:creationId xmlns:a16="http://schemas.microsoft.com/office/drawing/2014/main" id="{1B2C36A2-C46A-23AA-07B5-0B78BBDF5A31}"/>
              </a:ext>
            </a:extLst>
          </p:cNvPr>
          <p:cNvSpPr/>
          <p:nvPr/>
        </p:nvSpPr>
        <p:spPr>
          <a:xfrm>
            <a:off x="10833755" y="9083967"/>
            <a:ext cx="917666" cy="180632"/>
          </a:xfrm>
          <a:prstGeom prst="rect">
            <a:avLst/>
          </a:prstGeom>
          <a:solidFill>
            <a:srgbClr val="E8CFE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" bIns="10800"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beside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293" name="矩形: 圆角 292">
            <a:extLst>
              <a:ext uri="{FF2B5EF4-FFF2-40B4-BE49-F238E27FC236}">
                <a16:creationId xmlns:a16="http://schemas.microsoft.com/office/drawing/2014/main" id="{67024B3F-B25E-B073-72E5-6061A8FC3EED}"/>
              </a:ext>
            </a:extLst>
          </p:cNvPr>
          <p:cNvSpPr/>
          <p:nvPr/>
        </p:nvSpPr>
        <p:spPr>
          <a:xfrm>
            <a:off x="11921746" y="8942905"/>
            <a:ext cx="901174" cy="462756"/>
          </a:xfrm>
          <a:prstGeom prst="roundRect">
            <a:avLst>
              <a:gd name="adj" fmla="val 50000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Batter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295" name="矩形: 圆角 294">
            <a:extLst>
              <a:ext uri="{FF2B5EF4-FFF2-40B4-BE49-F238E27FC236}">
                <a16:creationId xmlns:a16="http://schemas.microsoft.com/office/drawing/2014/main" id="{65CE7462-51E4-B81B-B373-788947DC28F8}"/>
              </a:ext>
            </a:extLst>
          </p:cNvPr>
          <p:cNvSpPr/>
          <p:nvPr/>
        </p:nvSpPr>
        <p:spPr>
          <a:xfrm>
            <a:off x="13726908" y="8294228"/>
            <a:ext cx="1574460" cy="462756"/>
          </a:xfrm>
          <a:prstGeom prst="roundRect">
            <a:avLst>
              <a:gd name="adj" fmla="val 50000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err="1">
                <a:solidFill>
                  <a:schemeClr val="tx1"/>
                </a:solidFill>
              </a:rPr>
              <a:t>Taiyaki</a:t>
            </a:r>
            <a:r>
              <a:rPr lang="en-US" altLang="zh-CN" sz="1600" dirty="0">
                <a:solidFill>
                  <a:schemeClr val="tx1"/>
                </a:solidFill>
              </a:rPr>
              <a:t>-maker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296" name="矩形: 圆角 295">
            <a:extLst>
              <a:ext uri="{FF2B5EF4-FFF2-40B4-BE49-F238E27FC236}">
                <a16:creationId xmlns:a16="http://schemas.microsoft.com/office/drawing/2014/main" id="{2D966CE0-290A-6FE9-A62C-F8F5F36A972F}"/>
              </a:ext>
            </a:extLst>
          </p:cNvPr>
          <p:cNvSpPr/>
          <p:nvPr/>
        </p:nvSpPr>
        <p:spPr>
          <a:xfrm>
            <a:off x="13726908" y="8932503"/>
            <a:ext cx="1574460" cy="462756"/>
          </a:xfrm>
          <a:prstGeom prst="roundRect">
            <a:avLst>
              <a:gd name="adj" fmla="val 50000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err="1">
                <a:solidFill>
                  <a:schemeClr val="tx1"/>
                </a:solidFill>
              </a:rPr>
              <a:t>Taiyaki</a:t>
            </a:r>
            <a:r>
              <a:rPr lang="en-US" altLang="zh-CN" sz="1600" dirty="0">
                <a:solidFill>
                  <a:schemeClr val="tx1"/>
                </a:solidFill>
              </a:rPr>
              <a:t>-mold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297" name="矩形: 圆角 296">
            <a:extLst>
              <a:ext uri="{FF2B5EF4-FFF2-40B4-BE49-F238E27FC236}">
                <a16:creationId xmlns:a16="http://schemas.microsoft.com/office/drawing/2014/main" id="{9B041361-14B9-8765-5435-25566C66366D}"/>
              </a:ext>
            </a:extLst>
          </p:cNvPr>
          <p:cNvSpPr/>
          <p:nvPr/>
        </p:nvSpPr>
        <p:spPr>
          <a:xfrm>
            <a:off x="13528474" y="9627431"/>
            <a:ext cx="901174" cy="462756"/>
          </a:xfrm>
          <a:prstGeom prst="roundRect">
            <a:avLst>
              <a:gd name="adj" fmla="val 50000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Batter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cxnSp>
        <p:nvCxnSpPr>
          <p:cNvPr id="300" name="直接箭头连接符 299">
            <a:extLst>
              <a:ext uri="{FF2B5EF4-FFF2-40B4-BE49-F238E27FC236}">
                <a16:creationId xmlns:a16="http://schemas.microsoft.com/office/drawing/2014/main" id="{B0AB1EBC-82DD-65A9-E560-433B40C61124}"/>
              </a:ext>
            </a:extLst>
          </p:cNvPr>
          <p:cNvCxnSpPr/>
          <p:nvPr/>
        </p:nvCxnSpPr>
        <p:spPr>
          <a:xfrm>
            <a:off x="17772889" y="10351281"/>
            <a:ext cx="0" cy="543717"/>
          </a:xfrm>
          <a:prstGeom prst="straightConnector1">
            <a:avLst/>
          </a:prstGeom>
          <a:ln w="571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1" name="文本框 300">
            <a:extLst>
              <a:ext uri="{FF2B5EF4-FFF2-40B4-BE49-F238E27FC236}">
                <a16:creationId xmlns:a16="http://schemas.microsoft.com/office/drawing/2014/main" id="{87408917-95DC-2574-DCE6-93276BD57074}"/>
              </a:ext>
            </a:extLst>
          </p:cNvPr>
          <p:cNvSpPr txBox="1"/>
          <p:nvPr/>
        </p:nvSpPr>
        <p:spPr>
          <a:xfrm>
            <a:off x="16560144" y="10368042"/>
            <a:ext cx="11358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chemeClr val="accent6">
                    <a:lumMod val="50000"/>
                  </a:schemeClr>
                </a:solidFill>
              </a:rPr>
              <a:t>contain</a:t>
            </a:r>
            <a:endParaRPr lang="zh-CN" altLang="en-US" sz="24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02" name="矩形: 圆角 301">
            <a:extLst>
              <a:ext uri="{FF2B5EF4-FFF2-40B4-BE49-F238E27FC236}">
                <a16:creationId xmlns:a16="http://schemas.microsoft.com/office/drawing/2014/main" id="{C93F6734-0D26-63C8-A097-02FB29624DD3}"/>
              </a:ext>
            </a:extLst>
          </p:cNvPr>
          <p:cNvSpPr/>
          <p:nvPr/>
        </p:nvSpPr>
        <p:spPr>
          <a:xfrm>
            <a:off x="16379382" y="11807523"/>
            <a:ext cx="887033" cy="462756"/>
          </a:xfrm>
          <a:prstGeom prst="roundRect">
            <a:avLst>
              <a:gd name="adj" fmla="val 50000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Person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303" name="矩形: 圆角 302">
            <a:extLst>
              <a:ext uri="{FF2B5EF4-FFF2-40B4-BE49-F238E27FC236}">
                <a16:creationId xmlns:a16="http://schemas.microsoft.com/office/drawing/2014/main" id="{B4D00B69-8372-FC76-C21E-66E6263F63A4}"/>
              </a:ext>
            </a:extLst>
          </p:cNvPr>
          <p:cNvSpPr/>
          <p:nvPr/>
        </p:nvSpPr>
        <p:spPr>
          <a:xfrm>
            <a:off x="16137219" y="12685771"/>
            <a:ext cx="1390491" cy="462756"/>
          </a:xfrm>
          <a:prstGeom prst="roundRect">
            <a:avLst>
              <a:gd name="adj" fmla="val 50000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Fish-shaped Pastry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cxnSp>
        <p:nvCxnSpPr>
          <p:cNvPr id="304" name="直接箭头连接符 303">
            <a:extLst>
              <a:ext uri="{FF2B5EF4-FFF2-40B4-BE49-F238E27FC236}">
                <a16:creationId xmlns:a16="http://schemas.microsoft.com/office/drawing/2014/main" id="{B9CCE0DF-E4C5-8AF1-51C8-D1D7B9AE3718}"/>
              </a:ext>
            </a:extLst>
          </p:cNvPr>
          <p:cNvCxnSpPr>
            <a:cxnSpLocks/>
            <a:stCxn id="302" idx="2"/>
            <a:endCxn id="303" idx="0"/>
          </p:cNvCxnSpPr>
          <p:nvPr/>
        </p:nvCxnSpPr>
        <p:spPr>
          <a:xfrm>
            <a:off x="16822899" y="12270279"/>
            <a:ext cx="9566" cy="41549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5" name="矩形 304">
            <a:extLst>
              <a:ext uri="{FF2B5EF4-FFF2-40B4-BE49-F238E27FC236}">
                <a16:creationId xmlns:a16="http://schemas.microsoft.com/office/drawing/2014/main" id="{D6CD5CEF-AC65-B841-4217-462B19187D2A}"/>
              </a:ext>
            </a:extLst>
          </p:cNvPr>
          <p:cNvSpPr/>
          <p:nvPr/>
        </p:nvSpPr>
        <p:spPr>
          <a:xfrm>
            <a:off x="16366776" y="12344451"/>
            <a:ext cx="917666" cy="180632"/>
          </a:xfrm>
          <a:prstGeom prst="rect">
            <a:avLst/>
          </a:prstGeom>
          <a:solidFill>
            <a:srgbClr val="D0CCE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" bIns="10800"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in front of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306" name="矩形: 圆角 305">
            <a:extLst>
              <a:ext uri="{FF2B5EF4-FFF2-40B4-BE49-F238E27FC236}">
                <a16:creationId xmlns:a16="http://schemas.microsoft.com/office/drawing/2014/main" id="{0A59E039-917F-54ED-2120-A6D0161627D3}"/>
              </a:ext>
            </a:extLst>
          </p:cNvPr>
          <p:cNvSpPr/>
          <p:nvPr/>
        </p:nvSpPr>
        <p:spPr>
          <a:xfrm>
            <a:off x="17416414" y="12104990"/>
            <a:ext cx="887033" cy="462756"/>
          </a:xfrm>
          <a:prstGeom prst="roundRect">
            <a:avLst>
              <a:gd name="adj" fmla="val 50000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err="1">
                <a:solidFill>
                  <a:schemeClr val="tx1"/>
                </a:solidFill>
              </a:rPr>
              <a:t>Taiyaki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307" name="矩形: 圆角 306">
            <a:extLst>
              <a:ext uri="{FF2B5EF4-FFF2-40B4-BE49-F238E27FC236}">
                <a16:creationId xmlns:a16="http://schemas.microsoft.com/office/drawing/2014/main" id="{563EE772-77C7-B9F7-4412-91470704F834}"/>
              </a:ext>
            </a:extLst>
          </p:cNvPr>
          <p:cNvSpPr/>
          <p:nvPr/>
        </p:nvSpPr>
        <p:spPr>
          <a:xfrm>
            <a:off x="11354646" y="11833552"/>
            <a:ext cx="901174" cy="462756"/>
          </a:xfrm>
          <a:prstGeom prst="roundRect">
            <a:avLst>
              <a:gd name="adj" fmla="val 50000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Person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308" name="矩形: 圆角 307">
            <a:extLst>
              <a:ext uri="{FF2B5EF4-FFF2-40B4-BE49-F238E27FC236}">
                <a16:creationId xmlns:a16="http://schemas.microsoft.com/office/drawing/2014/main" id="{AC998B1C-47B0-4D6A-8EF3-A9D97EC8589A}"/>
              </a:ext>
            </a:extLst>
          </p:cNvPr>
          <p:cNvSpPr/>
          <p:nvPr/>
        </p:nvSpPr>
        <p:spPr>
          <a:xfrm>
            <a:off x="11292588" y="12747086"/>
            <a:ext cx="1037483" cy="462756"/>
          </a:xfrm>
          <a:prstGeom prst="roundRect">
            <a:avLst>
              <a:gd name="adj" fmla="val 50000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Machine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cxnSp>
        <p:nvCxnSpPr>
          <p:cNvPr id="309" name="直接箭头连接符 308">
            <a:extLst>
              <a:ext uri="{FF2B5EF4-FFF2-40B4-BE49-F238E27FC236}">
                <a16:creationId xmlns:a16="http://schemas.microsoft.com/office/drawing/2014/main" id="{3698108F-782F-3F7F-42FB-9130E91036CD}"/>
              </a:ext>
            </a:extLst>
          </p:cNvPr>
          <p:cNvCxnSpPr>
            <a:cxnSpLocks/>
            <a:stCxn id="307" idx="2"/>
            <a:endCxn id="308" idx="0"/>
          </p:cNvCxnSpPr>
          <p:nvPr/>
        </p:nvCxnSpPr>
        <p:spPr>
          <a:xfrm>
            <a:off x="11805233" y="12296308"/>
            <a:ext cx="6097" cy="45077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0" name="矩形 309">
            <a:extLst>
              <a:ext uri="{FF2B5EF4-FFF2-40B4-BE49-F238E27FC236}">
                <a16:creationId xmlns:a16="http://schemas.microsoft.com/office/drawing/2014/main" id="{168D8A84-5F7E-B455-066B-58D30ACCF176}"/>
              </a:ext>
            </a:extLst>
          </p:cNvPr>
          <p:cNvSpPr/>
          <p:nvPr/>
        </p:nvSpPr>
        <p:spPr>
          <a:xfrm>
            <a:off x="11346400" y="12395200"/>
            <a:ext cx="917666" cy="180632"/>
          </a:xfrm>
          <a:prstGeom prst="rect">
            <a:avLst/>
          </a:prstGeom>
          <a:solidFill>
            <a:srgbClr val="D0CCE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" bIns="10800"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beside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311" name="矩形: 圆角 310">
            <a:extLst>
              <a:ext uri="{FF2B5EF4-FFF2-40B4-BE49-F238E27FC236}">
                <a16:creationId xmlns:a16="http://schemas.microsoft.com/office/drawing/2014/main" id="{BE69C107-6952-C94D-3BAE-20EB27CD8AB9}"/>
              </a:ext>
            </a:extLst>
          </p:cNvPr>
          <p:cNvSpPr/>
          <p:nvPr/>
        </p:nvSpPr>
        <p:spPr>
          <a:xfrm>
            <a:off x="13410249" y="12657357"/>
            <a:ext cx="1300046" cy="462756"/>
          </a:xfrm>
          <a:prstGeom prst="roundRect">
            <a:avLst>
              <a:gd name="adj" fmla="val 50000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Waffle-iron</a:t>
            </a:r>
          </a:p>
        </p:txBody>
      </p:sp>
      <p:cxnSp>
        <p:nvCxnSpPr>
          <p:cNvPr id="312" name="直接箭头连接符 311">
            <a:extLst>
              <a:ext uri="{FF2B5EF4-FFF2-40B4-BE49-F238E27FC236}">
                <a16:creationId xmlns:a16="http://schemas.microsoft.com/office/drawing/2014/main" id="{7E23E2B6-42BC-596F-AF9B-C9874DE741B6}"/>
              </a:ext>
            </a:extLst>
          </p:cNvPr>
          <p:cNvCxnSpPr/>
          <p:nvPr/>
        </p:nvCxnSpPr>
        <p:spPr>
          <a:xfrm>
            <a:off x="12438889" y="6780855"/>
            <a:ext cx="0" cy="543717"/>
          </a:xfrm>
          <a:prstGeom prst="straightConnector1">
            <a:avLst/>
          </a:prstGeom>
          <a:ln w="571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5" name="文本框 314">
            <a:extLst>
              <a:ext uri="{FF2B5EF4-FFF2-40B4-BE49-F238E27FC236}">
                <a16:creationId xmlns:a16="http://schemas.microsoft.com/office/drawing/2014/main" id="{16EE662A-F023-6E21-C213-D90490E84450}"/>
              </a:ext>
            </a:extLst>
          </p:cNvPr>
          <p:cNvSpPr txBox="1"/>
          <p:nvPr/>
        </p:nvSpPr>
        <p:spPr>
          <a:xfrm>
            <a:off x="11226144" y="6791829"/>
            <a:ext cx="11358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chemeClr val="accent6">
                    <a:lumMod val="50000"/>
                  </a:schemeClr>
                </a:solidFill>
              </a:rPr>
              <a:t>contain</a:t>
            </a:r>
            <a:endParaRPr lang="zh-CN" altLang="en-US" sz="24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16" name="文本框 315">
            <a:extLst>
              <a:ext uri="{FF2B5EF4-FFF2-40B4-BE49-F238E27FC236}">
                <a16:creationId xmlns:a16="http://schemas.microsoft.com/office/drawing/2014/main" id="{23A1F9EB-A2C1-303C-5A27-27930AEB948D}"/>
              </a:ext>
            </a:extLst>
          </p:cNvPr>
          <p:cNvSpPr txBox="1"/>
          <p:nvPr/>
        </p:nvSpPr>
        <p:spPr>
          <a:xfrm>
            <a:off x="18388383" y="5019932"/>
            <a:ext cx="8002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zh-CN" alt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7" name="矩形: 圆角 316">
            <a:extLst>
              <a:ext uri="{FF2B5EF4-FFF2-40B4-BE49-F238E27FC236}">
                <a16:creationId xmlns:a16="http://schemas.microsoft.com/office/drawing/2014/main" id="{9663176A-804E-CA1C-4BEB-B196A2C5F4E8}"/>
              </a:ext>
            </a:extLst>
          </p:cNvPr>
          <p:cNvSpPr/>
          <p:nvPr/>
        </p:nvSpPr>
        <p:spPr>
          <a:xfrm>
            <a:off x="10612301" y="3736340"/>
            <a:ext cx="2425490" cy="3041347"/>
          </a:xfrm>
          <a:prstGeom prst="roundRect">
            <a:avLst/>
          </a:prstGeom>
          <a:solidFill>
            <a:srgbClr val="F6ECE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18" name="文本框 317">
            <a:extLst>
              <a:ext uri="{FF2B5EF4-FFF2-40B4-BE49-F238E27FC236}">
                <a16:creationId xmlns:a16="http://schemas.microsoft.com/office/drawing/2014/main" id="{481161A9-3003-D996-C919-EC2934BCDDAD}"/>
              </a:ext>
            </a:extLst>
          </p:cNvPr>
          <p:cNvSpPr txBox="1"/>
          <p:nvPr/>
        </p:nvSpPr>
        <p:spPr>
          <a:xfrm>
            <a:off x="10687534" y="3824888"/>
            <a:ext cx="12978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accent2">
                    <a:lumMod val="75000"/>
                  </a:schemeClr>
                </a:solidFill>
              </a:rPr>
              <a:t>Segment</a:t>
            </a:r>
            <a:endParaRPr lang="zh-CN" altLang="en-US" sz="1800" dirty="0">
              <a:solidFill>
                <a:srgbClr val="7030A0"/>
              </a:solidFill>
            </a:endParaRPr>
          </a:p>
        </p:txBody>
      </p:sp>
      <p:sp>
        <p:nvSpPr>
          <p:cNvPr id="319" name="文本框 318">
            <a:extLst>
              <a:ext uri="{FF2B5EF4-FFF2-40B4-BE49-F238E27FC236}">
                <a16:creationId xmlns:a16="http://schemas.microsoft.com/office/drawing/2014/main" id="{756BC17B-CED9-259B-6E5B-7144A709B991}"/>
              </a:ext>
            </a:extLst>
          </p:cNvPr>
          <p:cNvSpPr txBox="1"/>
          <p:nvPr/>
        </p:nvSpPr>
        <p:spPr>
          <a:xfrm>
            <a:off x="10684382" y="4205839"/>
            <a:ext cx="2432137" cy="37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evt_0038 [29:10-29:40] </a:t>
            </a:r>
            <a:endParaRPr lang="zh-CN" altLang="en-US" dirty="0"/>
          </a:p>
        </p:txBody>
      </p:sp>
      <p:sp>
        <p:nvSpPr>
          <p:cNvPr id="320" name="矩形: 圆角 319">
            <a:extLst>
              <a:ext uri="{FF2B5EF4-FFF2-40B4-BE49-F238E27FC236}">
                <a16:creationId xmlns:a16="http://schemas.microsoft.com/office/drawing/2014/main" id="{C3A664AF-F2B0-DDA8-B8AF-8F09C4CDDC30}"/>
              </a:ext>
            </a:extLst>
          </p:cNvPr>
          <p:cNvSpPr/>
          <p:nvPr/>
        </p:nvSpPr>
        <p:spPr>
          <a:xfrm>
            <a:off x="10833755" y="4749758"/>
            <a:ext cx="1361670" cy="462756"/>
          </a:xfrm>
          <a:prstGeom prst="roundRect">
            <a:avLst>
              <a:gd name="adj" fmla="val 50000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Waffle-iron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321" name="矩形: 圆角 320">
            <a:extLst>
              <a:ext uri="{FF2B5EF4-FFF2-40B4-BE49-F238E27FC236}">
                <a16:creationId xmlns:a16="http://schemas.microsoft.com/office/drawing/2014/main" id="{453A3169-ABB2-D299-1637-7AA181CD822C}"/>
              </a:ext>
            </a:extLst>
          </p:cNvPr>
          <p:cNvSpPr/>
          <p:nvPr/>
        </p:nvSpPr>
        <p:spPr>
          <a:xfrm>
            <a:off x="10787563" y="5923033"/>
            <a:ext cx="1037483" cy="462756"/>
          </a:xfrm>
          <a:prstGeom prst="roundRect">
            <a:avLst>
              <a:gd name="adj" fmla="val 50000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Machine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322" name="矩形: 圆角 321">
            <a:extLst>
              <a:ext uri="{FF2B5EF4-FFF2-40B4-BE49-F238E27FC236}">
                <a16:creationId xmlns:a16="http://schemas.microsoft.com/office/drawing/2014/main" id="{2A5D4821-B8A2-3F1E-F688-0888694A2073}"/>
              </a:ext>
            </a:extLst>
          </p:cNvPr>
          <p:cNvSpPr/>
          <p:nvPr/>
        </p:nvSpPr>
        <p:spPr>
          <a:xfrm>
            <a:off x="13286955" y="3736340"/>
            <a:ext cx="2425490" cy="3041347"/>
          </a:xfrm>
          <a:prstGeom prst="roundRect">
            <a:avLst/>
          </a:prstGeom>
          <a:solidFill>
            <a:srgbClr val="F6ECE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3" name="文本框 322">
            <a:extLst>
              <a:ext uri="{FF2B5EF4-FFF2-40B4-BE49-F238E27FC236}">
                <a16:creationId xmlns:a16="http://schemas.microsoft.com/office/drawing/2014/main" id="{8D4AC842-4E10-4435-CE8F-3BE615A00E5F}"/>
              </a:ext>
            </a:extLst>
          </p:cNvPr>
          <p:cNvSpPr txBox="1"/>
          <p:nvPr/>
        </p:nvSpPr>
        <p:spPr>
          <a:xfrm>
            <a:off x="13355872" y="3824888"/>
            <a:ext cx="12978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accent2">
                    <a:lumMod val="75000"/>
                  </a:schemeClr>
                </a:solidFill>
              </a:rPr>
              <a:t>Segment</a:t>
            </a:r>
            <a:endParaRPr lang="zh-CN" altLang="en-US" sz="1800" dirty="0">
              <a:solidFill>
                <a:srgbClr val="7030A0"/>
              </a:solidFill>
            </a:endParaRPr>
          </a:p>
        </p:txBody>
      </p:sp>
      <p:sp>
        <p:nvSpPr>
          <p:cNvPr id="324" name="文本框 323">
            <a:extLst>
              <a:ext uri="{FF2B5EF4-FFF2-40B4-BE49-F238E27FC236}">
                <a16:creationId xmlns:a16="http://schemas.microsoft.com/office/drawing/2014/main" id="{0DD6F55D-9742-2A8F-2876-5F1A51B9D315}"/>
              </a:ext>
            </a:extLst>
          </p:cNvPr>
          <p:cNvSpPr txBox="1"/>
          <p:nvPr/>
        </p:nvSpPr>
        <p:spPr>
          <a:xfrm>
            <a:off x="13378898" y="4207581"/>
            <a:ext cx="2432137" cy="37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evt_0040 [30:00-30:30] </a:t>
            </a:r>
            <a:endParaRPr lang="zh-CN" altLang="en-US" dirty="0"/>
          </a:p>
        </p:txBody>
      </p:sp>
      <p:sp>
        <p:nvSpPr>
          <p:cNvPr id="326" name="矩形: 圆角 325">
            <a:extLst>
              <a:ext uri="{FF2B5EF4-FFF2-40B4-BE49-F238E27FC236}">
                <a16:creationId xmlns:a16="http://schemas.microsoft.com/office/drawing/2014/main" id="{A10A6469-4781-E207-D94F-1411100AEB31}"/>
              </a:ext>
            </a:extLst>
          </p:cNvPr>
          <p:cNvSpPr/>
          <p:nvPr/>
        </p:nvSpPr>
        <p:spPr>
          <a:xfrm>
            <a:off x="15981472" y="3736340"/>
            <a:ext cx="2425490" cy="3041347"/>
          </a:xfrm>
          <a:prstGeom prst="roundRect">
            <a:avLst/>
          </a:prstGeom>
          <a:solidFill>
            <a:srgbClr val="F6ECE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27" name="文本框 326">
            <a:extLst>
              <a:ext uri="{FF2B5EF4-FFF2-40B4-BE49-F238E27FC236}">
                <a16:creationId xmlns:a16="http://schemas.microsoft.com/office/drawing/2014/main" id="{CBACCB0F-33CE-1F1A-5652-97FB6E3D4298}"/>
              </a:ext>
            </a:extLst>
          </p:cNvPr>
          <p:cNvSpPr txBox="1"/>
          <p:nvPr/>
        </p:nvSpPr>
        <p:spPr>
          <a:xfrm>
            <a:off x="16095181" y="3830259"/>
            <a:ext cx="12978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accent2">
                    <a:lumMod val="75000"/>
                  </a:schemeClr>
                </a:solidFill>
              </a:rPr>
              <a:t>Segment</a:t>
            </a:r>
            <a:endParaRPr lang="zh-CN" altLang="en-US" sz="1800" dirty="0">
              <a:solidFill>
                <a:srgbClr val="7030A0"/>
              </a:solidFill>
            </a:endParaRPr>
          </a:p>
        </p:txBody>
      </p:sp>
      <p:sp>
        <p:nvSpPr>
          <p:cNvPr id="328" name="文本框 327">
            <a:extLst>
              <a:ext uri="{FF2B5EF4-FFF2-40B4-BE49-F238E27FC236}">
                <a16:creationId xmlns:a16="http://schemas.microsoft.com/office/drawing/2014/main" id="{30A256CB-9B74-900F-6F9C-5CA786452C00}"/>
              </a:ext>
            </a:extLst>
          </p:cNvPr>
          <p:cNvSpPr txBox="1"/>
          <p:nvPr/>
        </p:nvSpPr>
        <p:spPr>
          <a:xfrm>
            <a:off x="16084935" y="4194552"/>
            <a:ext cx="24112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evt_0041 [30:25-30:55] </a:t>
            </a:r>
            <a:endParaRPr lang="zh-CN" altLang="en-US" dirty="0"/>
          </a:p>
        </p:txBody>
      </p:sp>
      <p:sp>
        <p:nvSpPr>
          <p:cNvPr id="329" name="矩形: 圆角 328">
            <a:extLst>
              <a:ext uri="{FF2B5EF4-FFF2-40B4-BE49-F238E27FC236}">
                <a16:creationId xmlns:a16="http://schemas.microsoft.com/office/drawing/2014/main" id="{F77CE81A-11D7-D795-E4A2-0B3F0C7789DE}"/>
              </a:ext>
            </a:extLst>
          </p:cNvPr>
          <p:cNvSpPr/>
          <p:nvPr/>
        </p:nvSpPr>
        <p:spPr>
          <a:xfrm>
            <a:off x="16409675" y="4754769"/>
            <a:ext cx="887033" cy="462756"/>
          </a:xfrm>
          <a:prstGeom prst="roundRect">
            <a:avLst>
              <a:gd name="adj" fmla="val 50000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Person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330" name="矩形: 圆角 329">
            <a:extLst>
              <a:ext uri="{FF2B5EF4-FFF2-40B4-BE49-F238E27FC236}">
                <a16:creationId xmlns:a16="http://schemas.microsoft.com/office/drawing/2014/main" id="{C84D4583-6F71-7685-F7F8-F651B159DCE5}"/>
              </a:ext>
            </a:extLst>
          </p:cNvPr>
          <p:cNvSpPr/>
          <p:nvPr/>
        </p:nvSpPr>
        <p:spPr>
          <a:xfrm>
            <a:off x="16167512" y="5907337"/>
            <a:ext cx="1390491" cy="462756"/>
          </a:xfrm>
          <a:prstGeom prst="roundRect">
            <a:avLst>
              <a:gd name="adj" fmla="val 50000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Fish-shaped Pastry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cxnSp>
        <p:nvCxnSpPr>
          <p:cNvPr id="331" name="直接箭头连接符 330">
            <a:extLst>
              <a:ext uri="{FF2B5EF4-FFF2-40B4-BE49-F238E27FC236}">
                <a16:creationId xmlns:a16="http://schemas.microsoft.com/office/drawing/2014/main" id="{05CC3782-AB26-B2FE-DF86-9D46C9D411B4}"/>
              </a:ext>
            </a:extLst>
          </p:cNvPr>
          <p:cNvCxnSpPr>
            <a:cxnSpLocks/>
            <a:stCxn id="329" idx="2"/>
            <a:endCxn id="330" idx="0"/>
          </p:cNvCxnSpPr>
          <p:nvPr/>
        </p:nvCxnSpPr>
        <p:spPr>
          <a:xfrm>
            <a:off x="16853192" y="5217525"/>
            <a:ext cx="9566" cy="68981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2" name="矩形 331">
            <a:extLst>
              <a:ext uri="{FF2B5EF4-FFF2-40B4-BE49-F238E27FC236}">
                <a16:creationId xmlns:a16="http://schemas.microsoft.com/office/drawing/2014/main" id="{EF141B3D-136C-1E20-913D-80993A55FE43}"/>
              </a:ext>
            </a:extLst>
          </p:cNvPr>
          <p:cNvSpPr/>
          <p:nvPr/>
        </p:nvSpPr>
        <p:spPr>
          <a:xfrm>
            <a:off x="16397069" y="5456059"/>
            <a:ext cx="917666" cy="180632"/>
          </a:xfrm>
          <a:prstGeom prst="rect">
            <a:avLst/>
          </a:prstGeom>
          <a:solidFill>
            <a:srgbClr val="F6EC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" bIns="10800"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using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333" name="矩形: 圆角 332">
            <a:extLst>
              <a:ext uri="{FF2B5EF4-FFF2-40B4-BE49-F238E27FC236}">
                <a16:creationId xmlns:a16="http://schemas.microsoft.com/office/drawing/2014/main" id="{8941A24A-A7F4-50C9-D44F-DD9DDA49C825}"/>
              </a:ext>
            </a:extLst>
          </p:cNvPr>
          <p:cNvSpPr/>
          <p:nvPr/>
        </p:nvSpPr>
        <p:spPr>
          <a:xfrm>
            <a:off x="17416414" y="5239457"/>
            <a:ext cx="887033" cy="462756"/>
          </a:xfrm>
          <a:prstGeom prst="roundRect">
            <a:avLst>
              <a:gd name="adj" fmla="val 50000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err="1">
                <a:solidFill>
                  <a:schemeClr val="tx1"/>
                </a:solidFill>
              </a:rPr>
              <a:t>Taiyaki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337" name="矩形: 圆角 336">
            <a:extLst>
              <a:ext uri="{FF2B5EF4-FFF2-40B4-BE49-F238E27FC236}">
                <a16:creationId xmlns:a16="http://schemas.microsoft.com/office/drawing/2014/main" id="{1752890C-A51A-F653-466F-2EC45E00F9C0}"/>
              </a:ext>
            </a:extLst>
          </p:cNvPr>
          <p:cNvSpPr/>
          <p:nvPr/>
        </p:nvSpPr>
        <p:spPr>
          <a:xfrm>
            <a:off x="11921746" y="5405677"/>
            <a:ext cx="901174" cy="462756"/>
          </a:xfrm>
          <a:prstGeom prst="roundRect">
            <a:avLst>
              <a:gd name="adj" fmla="val 50000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Batter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338" name="矩形: 圆角 337">
            <a:extLst>
              <a:ext uri="{FF2B5EF4-FFF2-40B4-BE49-F238E27FC236}">
                <a16:creationId xmlns:a16="http://schemas.microsoft.com/office/drawing/2014/main" id="{996B8F35-F5E4-07C4-8F6B-D7180ED5B31B}"/>
              </a:ext>
            </a:extLst>
          </p:cNvPr>
          <p:cNvSpPr/>
          <p:nvPr/>
        </p:nvSpPr>
        <p:spPr>
          <a:xfrm>
            <a:off x="14521507" y="5470835"/>
            <a:ext cx="1002552" cy="462756"/>
          </a:xfrm>
          <a:prstGeom prst="roundRect">
            <a:avLst>
              <a:gd name="adj" fmla="val 50000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err="1">
                <a:solidFill>
                  <a:schemeClr val="tx1"/>
                </a:solidFill>
              </a:rPr>
              <a:t>Taiyaki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339" name="矩形: 圆角 338">
            <a:extLst>
              <a:ext uri="{FF2B5EF4-FFF2-40B4-BE49-F238E27FC236}">
                <a16:creationId xmlns:a16="http://schemas.microsoft.com/office/drawing/2014/main" id="{12E8DA74-3FA2-C65F-BAC7-6950074FBF20}"/>
              </a:ext>
            </a:extLst>
          </p:cNvPr>
          <p:cNvSpPr/>
          <p:nvPr/>
        </p:nvSpPr>
        <p:spPr>
          <a:xfrm>
            <a:off x="13800116" y="4763159"/>
            <a:ext cx="1574460" cy="462756"/>
          </a:xfrm>
          <a:prstGeom prst="roundRect">
            <a:avLst>
              <a:gd name="adj" fmla="val 50000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err="1">
                <a:solidFill>
                  <a:schemeClr val="tx1"/>
                </a:solidFill>
              </a:rPr>
              <a:t>Taiyaki</a:t>
            </a:r>
            <a:r>
              <a:rPr lang="en-US" altLang="zh-CN" sz="1600" dirty="0">
                <a:solidFill>
                  <a:schemeClr val="tx1"/>
                </a:solidFill>
              </a:rPr>
              <a:t>-mold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340" name="矩形: 圆角 339">
            <a:extLst>
              <a:ext uri="{FF2B5EF4-FFF2-40B4-BE49-F238E27FC236}">
                <a16:creationId xmlns:a16="http://schemas.microsoft.com/office/drawing/2014/main" id="{CCA1CF21-6E3B-62FD-5D0B-6F1CACFFA12B}"/>
              </a:ext>
            </a:extLst>
          </p:cNvPr>
          <p:cNvSpPr/>
          <p:nvPr/>
        </p:nvSpPr>
        <p:spPr>
          <a:xfrm>
            <a:off x="13536094" y="6046031"/>
            <a:ext cx="901174" cy="462756"/>
          </a:xfrm>
          <a:prstGeom prst="roundRect">
            <a:avLst>
              <a:gd name="adj" fmla="val 50000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Batter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cxnSp>
        <p:nvCxnSpPr>
          <p:cNvPr id="341" name="直接箭头连接符 340">
            <a:extLst>
              <a:ext uri="{FF2B5EF4-FFF2-40B4-BE49-F238E27FC236}">
                <a16:creationId xmlns:a16="http://schemas.microsoft.com/office/drawing/2014/main" id="{AA7EA16B-ADFC-1823-ED6B-BD9311139850}"/>
              </a:ext>
            </a:extLst>
          </p:cNvPr>
          <p:cNvCxnSpPr/>
          <p:nvPr/>
        </p:nvCxnSpPr>
        <p:spPr>
          <a:xfrm>
            <a:off x="17780509" y="6769881"/>
            <a:ext cx="0" cy="543717"/>
          </a:xfrm>
          <a:prstGeom prst="straightConnector1">
            <a:avLst/>
          </a:prstGeom>
          <a:ln w="571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2" name="文本框 341">
            <a:extLst>
              <a:ext uri="{FF2B5EF4-FFF2-40B4-BE49-F238E27FC236}">
                <a16:creationId xmlns:a16="http://schemas.microsoft.com/office/drawing/2014/main" id="{0247B8F8-6434-BAF8-0FB3-19E8AAF03F91}"/>
              </a:ext>
            </a:extLst>
          </p:cNvPr>
          <p:cNvSpPr txBox="1"/>
          <p:nvPr/>
        </p:nvSpPr>
        <p:spPr>
          <a:xfrm>
            <a:off x="16567764" y="6786642"/>
            <a:ext cx="11358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chemeClr val="accent6">
                    <a:lumMod val="50000"/>
                  </a:schemeClr>
                </a:solidFill>
              </a:rPr>
              <a:t>contain</a:t>
            </a:r>
            <a:endParaRPr lang="zh-CN" altLang="en-US" sz="24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cxnSp>
        <p:nvCxnSpPr>
          <p:cNvPr id="343" name="直接箭头连接符 342">
            <a:extLst>
              <a:ext uri="{FF2B5EF4-FFF2-40B4-BE49-F238E27FC236}">
                <a16:creationId xmlns:a16="http://schemas.microsoft.com/office/drawing/2014/main" id="{2FF21003-025C-4119-4305-589D269A6646}"/>
              </a:ext>
            </a:extLst>
          </p:cNvPr>
          <p:cNvCxnSpPr/>
          <p:nvPr/>
        </p:nvCxnSpPr>
        <p:spPr>
          <a:xfrm>
            <a:off x="15113509" y="6769881"/>
            <a:ext cx="0" cy="543717"/>
          </a:xfrm>
          <a:prstGeom prst="straightConnector1">
            <a:avLst/>
          </a:prstGeom>
          <a:ln w="571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4" name="文本框 343">
            <a:extLst>
              <a:ext uri="{FF2B5EF4-FFF2-40B4-BE49-F238E27FC236}">
                <a16:creationId xmlns:a16="http://schemas.microsoft.com/office/drawing/2014/main" id="{0EBE1C01-766B-19FF-111A-9B37E74BA78C}"/>
              </a:ext>
            </a:extLst>
          </p:cNvPr>
          <p:cNvSpPr txBox="1"/>
          <p:nvPr/>
        </p:nvSpPr>
        <p:spPr>
          <a:xfrm>
            <a:off x="13900764" y="6786642"/>
            <a:ext cx="11358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chemeClr val="accent6">
                    <a:lumMod val="50000"/>
                  </a:schemeClr>
                </a:solidFill>
              </a:rPr>
              <a:t>contain</a:t>
            </a:r>
            <a:endParaRPr lang="zh-CN" altLang="en-US" sz="24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cxnSp>
        <p:nvCxnSpPr>
          <p:cNvPr id="352" name="直接箭头连接符 351">
            <a:extLst>
              <a:ext uri="{FF2B5EF4-FFF2-40B4-BE49-F238E27FC236}">
                <a16:creationId xmlns:a16="http://schemas.microsoft.com/office/drawing/2014/main" id="{16CCA834-F536-4845-6854-26ACE75726C3}"/>
              </a:ext>
            </a:extLst>
          </p:cNvPr>
          <p:cNvCxnSpPr>
            <a:cxnSpLocks/>
            <a:stCxn id="297" idx="0"/>
          </p:cNvCxnSpPr>
          <p:nvPr/>
        </p:nvCxnSpPr>
        <p:spPr>
          <a:xfrm flipV="1">
            <a:off x="13979061" y="9387616"/>
            <a:ext cx="264243" cy="23981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5" name="矩形 354">
            <a:extLst>
              <a:ext uri="{FF2B5EF4-FFF2-40B4-BE49-F238E27FC236}">
                <a16:creationId xmlns:a16="http://schemas.microsoft.com/office/drawing/2014/main" id="{6070B429-81DE-7D70-7311-F7C78C2D8A7D}"/>
              </a:ext>
            </a:extLst>
          </p:cNvPr>
          <p:cNvSpPr/>
          <p:nvPr/>
        </p:nvSpPr>
        <p:spPr>
          <a:xfrm>
            <a:off x="13765266" y="9414933"/>
            <a:ext cx="350764" cy="1806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" bIns="10800"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in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356" name="箭头: 右 355">
            <a:extLst>
              <a:ext uri="{FF2B5EF4-FFF2-40B4-BE49-F238E27FC236}">
                <a16:creationId xmlns:a16="http://schemas.microsoft.com/office/drawing/2014/main" id="{6F697DAB-5A4C-E9DB-D365-68BBBFB61D10}"/>
              </a:ext>
            </a:extLst>
          </p:cNvPr>
          <p:cNvSpPr/>
          <p:nvPr/>
        </p:nvSpPr>
        <p:spPr>
          <a:xfrm rot="10800000">
            <a:off x="9779619" y="4950061"/>
            <a:ext cx="917976" cy="462756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8" name="箭头: 右 357">
            <a:extLst>
              <a:ext uri="{FF2B5EF4-FFF2-40B4-BE49-F238E27FC236}">
                <a16:creationId xmlns:a16="http://schemas.microsoft.com/office/drawing/2014/main" id="{BD6F8E7F-D79F-E4D6-66C3-C9403B46BD03}"/>
              </a:ext>
            </a:extLst>
          </p:cNvPr>
          <p:cNvSpPr/>
          <p:nvPr/>
        </p:nvSpPr>
        <p:spPr>
          <a:xfrm rot="10800000">
            <a:off x="9796742" y="9273094"/>
            <a:ext cx="917976" cy="462756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0" name="文本框 359">
            <a:extLst>
              <a:ext uri="{FF2B5EF4-FFF2-40B4-BE49-F238E27FC236}">
                <a16:creationId xmlns:a16="http://schemas.microsoft.com/office/drawing/2014/main" id="{5F58BE3E-2DBF-6646-1408-9370B2E684D9}"/>
              </a:ext>
            </a:extLst>
          </p:cNvPr>
          <p:cNvSpPr txBox="1"/>
          <p:nvPr/>
        </p:nvSpPr>
        <p:spPr>
          <a:xfrm>
            <a:off x="8404818" y="5630618"/>
            <a:ext cx="219986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>
                <a:solidFill>
                  <a:srgbClr val="00B050"/>
                </a:solidFill>
              </a:rPr>
              <a:t>The process of making </a:t>
            </a:r>
            <a:r>
              <a:rPr lang="en-US" altLang="zh-CN" sz="2000" b="1" dirty="0" err="1">
                <a:solidFill>
                  <a:srgbClr val="00B050"/>
                </a:solidFill>
              </a:rPr>
              <a:t>Taiyaki</a:t>
            </a:r>
            <a:endParaRPr lang="zh-CN" altLang="en-US" sz="2000" b="1" dirty="0">
              <a:solidFill>
                <a:srgbClr val="00B050"/>
              </a:solidFill>
            </a:endParaRPr>
          </a:p>
        </p:txBody>
      </p:sp>
      <p:pic>
        <p:nvPicPr>
          <p:cNvPr id="361" name="图片 360">
            <a:extLst>
              <a:ext uri="{FF2B5EF4-FFF2-40B4-BE49-F238E27FC236}">
                <a16:creationId xmlns:a16="http://schemas.microsoft.com/office/drawing/2014/main" id="{717CCED7-EEC1-B6A3-CED7-3A56DA2244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3511" y="5714218"/>
            <a:ext cx="525745" cy="525745"/>
          </a:xfrm>
          <a:prstGeom prst="rect">
            <a:avLst/>
          </a:prstGeom>
        </p:spPr>
      </p:pic>
      <p:sp>
        <p:nvSpPr>
          <p:cNvPr id="363" name="文本框 362">
            <a:extLst>
              <a:ext uri="{FF2B5EF4-FFF2-40B4-BE49-F238E27FC236}">
                <a16:creationId xmlns:a16="http://schemas.microsoft.com/office/drawing/2014/main" id="{317B158A-005A-5CF4-E646-2EB3CA3FBD10}"/>
              </a:ext>
            </a:extLst>
          </p:cNvPr>
          <p:cNvSpPr txBox="1"/>
          <p:nvPr/>
        </p:nvSpPr>
        <p:spPr>
          <a:xfrm>
            <a:off x="6839836" y="8809938"/>
            <a:ext cx="34032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>
                <a:solidFill>
                  <a:srgbClr val="00B050"/>
                </a:solidFill>
              </a:rPr>
              <a:t>A </a:t>
            </a:r>
            <a:r>
              <a:rPr lang="en-US" altLang="zh-CN" sz="2000" b="1" dirty="0" err="1">
                <a:solidFill>
                  <a:srgbClr val="00B050"/>
                </a:solidFill>
              </a:rPr>
              <a:t>Taiyaki</a:t>
            </a:r>
            <a:r>
              <a:rPr lang="en-US" altLang="zh-CN" sz="2000" b="1" dirty="0">
                <a:solidFill>
                  <a:srgbClr val="00B050"/>
                </a:solidFill>
              </a:rPr>
              <a:t> machine with molds and fish-shaped pastry</a:t>
            </a:r>
            <a:endParaRPr lang="zh-CN" altLang="en-US" sz="2000" b="1" dirty="0">
              <a:solidFill>
                <a:srgbClr val="00B050"/>
              </a:solidFill>
            </a:endParaRPr>
          </a:p>
        </p:txBody>
      </p:sp>
      <p:pic>
        <p:nvPicPr>
          <p:cNvPr id="364" name="图片 363">
            <a:extLst>
              <a:ext uri="{FF2B5EF4-FFF2-40B4-BE49-F238E27FC236}">
                <a16:creationId xmlns:a16="http://schemas.microsoft.com/office/drawing/2014/main" id="{707272D1-16D9-279B-8D11-5EA6BD9F5A7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0160" y="9461070"/>
            <a:ext cx="525745" cy="525745"/>
          </a:xfrm>
          <a:prstGeom prst="rect">
            <a:avLst/>
          </a:prstGeom>
        </p:spPr>
      </p:pic>
      <p:sp>
        <p:nvSpPr>
          <p:cNvPr id="365" name="文本框 364">
            <a:extLst>
              <a:ext uri="{FF2B5EF4-FFF2-40B4-BE49-F238E27FC236}">
                <a16:creationId xmlns:a16="http://schemas.microsoft.com/office/drawing/2014/main" id="{C663AB2F-74CB-D7AF-3248-0EC8868FCAA5}"/>
              </a:ext>
            </a:extLst>
          </p:cNvPr>
          <p:cNvSpPr txBox="1"/>
          <p:nvPr/>
        </p:nvSpPr>
        <p:spPr>
          <a:xfrm>
            <a:off x="6596632" y="11859860"/>
            <a:ext cx="293795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>
                <a:solidFill>
                  <a:srgbClr val="C00000"/>
                </a:solidFill>
              </a:rPr>
              <a:t>Miscounting molds versus fish-shaped pastries</a:t>
            </a:r>
            <a:endParaRPr lang="zh-CN" altLang="en-US" sz="2000" b="1" dirty="0">
              <a:solidFill>
                <a:srgbClr val="C00000"/>
              </a:solidFill>
            </a:endParaRPr>
          </a:p>
        </p:txBody>
      </p:sp>
      <p:grpSp>
        <p:nvGrpSpPr>
          <p:cNvPr id="373" name="组合 372">
            <a:extLst>
              <a:ext uri="{FF2B5EF4-FFF2-40B4-BE49-F238E27FC236}">
                <a16:creationId xmlns:a16="http://schemas.microsoft.com/office/drawing/2014/main" id="{B43932F0-0363-892F-3D77-E9ED77F8B409}"/>
              </a:ext>
            </a:extLst>
          </p:cNvPr>
          <p:cNvGrpSpPr/>
          <p:nvPr/>
        </p:nvGrpSpPr>
        <p:grpSpPr>
          <a:xfrm>
            <a:off x="9238763" y="12099812"/>
            <a:ext cx="993289" cy="788923"/>
            <a:chOff x="9226100" y="12214139"/>
            <a:chExt cx="993289" cy="788923"/>
          </a:xfrm>
        </p:grpSpPr>
        <p:pic>
          <p:nvPicPr>
            <p:cNvPr id="369" name="图片 368">
              <a:extLst>
                <a:ext uri="{FF2B5EF4-FFF2-40B4-BE49-F238E27FC236}">
                  <a16:creationId xmlns:a16="http://schemas.microsoft.com/office/drawing/2014/main" id="{DE1D7899-B213-F493-7FC9-5C7D686ED3D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84497" y="12434767"/>
              <a:ext cx="634892" cy="568295"/>
            </a:xfrm>
            <a:prstGeom prst="rect">
              <a:avLst/>
            </a:prstGeom>
          </p:spPr>
        </p:pic>
        <p:grpSp>
          <p:nvGrpSpPr>
            <p:cNvPr id="372" name="组合 371">
              <a:extLst>
                <a:ext uri="{FF2B5EF4-FFF2-40B4-BE49-F238E27FC236}">
                  <a16:creationId xmlns:a16="http://schemas.microsoft.com/office/drawing/2014/main" id="{F98F6EF1-4625-79A3-DFA1-C00B8C0CA80F}"/>
                </a:ext>
              </a:extLst>
            </p:cNvPr>
            <p:cNvGrpSpPr/>
            <p:nvPr/>
          </p:nvGrpSpPr>
          <p:grpSpPr>
            <a:xfrm rot="20834412">
              <a:off x="9226100" y="12214139"/>
              <a:ext cx="694636" cy="441256"/>
              <a:chOff x="9446965" y="12109120"/>
              <a:chExt cx="694636" cy="441256"/>
            </a:xfrm>
          </p:grpSpPr>
          <p:pic>
            <p:nvPicPr>
              <p:cNvPr id="367" name="图片 366">
                <a:extLst>
                  <a:ext uri="{FF2B5EF4-FFF2-40B4-BE49-F238E27FC236}">
                    <a16:creationId xmlns:a16="http://schemas.microsoft.com/office/drawing/2014/main" id="{13CFA92F-476E-BEA9-D048-C23BB66B9C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19483201">
                <a:off x="9446965" y="12240023"/>
                <a:ext cx="310353" cy="310353"/>
              </a:xfrm>
              <a:prstGeom prst="rect">
                <a:avLst/>
              </a:prstGeom>
            </p:spPr>
          </p:pic>
          <p:pic>
            <p:nvPicPr>
              <p:cNvPr id="370" name="图片 369">
                <a:extLst>
                  <a:ext uri="{FF2B5EF4-FFF2-40B4-BE49-F238E27FC236}">
                    <a16:creationId xmlns:a16="http://schemas.microsoft.com/office/drawing/2014/main" id="{005F6535-2894-38F2-C48A-CB45E5C67D9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21116899">
                <a:off x="9624346" y="12137791"/>
                <a:ext cx="310353" cy="310353"/>
              </a:xfrm>
              <a:prstGeom prst="rect">
                <a:avLst/>
              </a:prstGeom>
            </p:spPr>
          </p:pic>
          <p:pic>
            <p:nvPicPr>
              <p:cNvPr id="371" name="图片 370">
                <a:extLst>
                  <a:ext uri="{FF2B5EF4-FFF2-40B4-BE49-F238E27FC236}">
                    <a16:creationId xmlns:a16="http://schemas.microsoft.com/office/drawing/2014/main" id="{6E4550E6-3CA3-1236-CCA6-760CF5D766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633061">
                <a:off x="9831248" y="12109120"/>
                <a:ext cx="310353" cy="310353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1606072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977</TotalTime>
  <Words>1944</Words>
  <Application>Microsoft Office PowerPoint</Application>
  <PresentationFormat>自定义</PresentationFormat>
  <Paragraphs>349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1" baseType="lpstr">
      <vt:lpstr>等线</vt:lpstr>
      <vt:lpstr>Arial</vt:lpstr>
      <vt:lpstr>Calibri</vt:lpstr>
      <vt:lpstr>Calibri Light</vt:lpstr>
      <vt:lpstr>Cambria Math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qili zhang</dc:creator>
  <cp:lastModifiedBy>qili zhang</cp:lastModifiedBy>
  <cp:revision>223</cp:revision>
  <dcterms:created xsi:type="dcterms:W3CDTF">2026-04-01T12:56:47Z</dcterms:created>
  <dcterms:modified xsi:type="dcterms:W3CDTF">2026-04-09T10:49:10Z</dcterms:modified>
</cp:coreProperties>
</file>